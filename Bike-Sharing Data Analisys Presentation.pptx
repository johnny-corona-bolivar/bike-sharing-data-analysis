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70" r:id="rId7"/>
    <p:sldId id="261" r:id="rId8"/>
    <p:sldId id="262" r:id="rId9"/>
    <p:sldId id="263" r:id="rId10"/>
    <p:sldId id="264" r:id="rId11"/>
    <p:sldId id="265" r:id="rId12"/>
    <p:sldId id="271" r:id="rId13"/>
    <p:sldId id="272" r:id="rId14"/>
    <p:sldId id="273" r:id="rId15"/>
    <p:sldId id="266" r:id="rId16"/>
    <p:sldId id="267" r:id="rId17"/>
    <p:sldId id="268" r:id="rId18"/>
    <p:sldId id="27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AF0510C-BEF5-4B62-9968-D8883784D34D}" v="18" dt="2026-07-14T09:59:52.1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0" d="100"/>
          <a:sy n="100" d="100"/>
        </p:scale>
        <p:origin x="96"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ny-A Corona" userId="b83dda48adc1f44b" providerId="LiveId" clId="{D514AD09-A2AA-4363-84A4-AE0397A3F5DD}"/>
    <pc:docChg chg="undo custSel addSld delSld modSld">
      <pc:chgData name="Johnny-A Corona" userId="b83dda48adc1f44b" providerId="LiveId" clId="{D514AD09-A2AA-4363-84A4-AE0397A3F5DD}" dt="2026-07-14T10:00:26.996" v="396" actId="207"/>
      <pc:docMkLst>
        <pc:docMk/>
      </pc:docMkLst>
      <pc:sldChg chg="addSp delSp modSp mod setBg addAnim delAnim">
        <pc:chgData name="Johnny-A Corona" userId="b83dda48adc1f44b" providerId="LiveId" clId="{D514AD09-A2AA-4363-84A4-AE0397A3F5DD}" dt="2026-07-14T07:30:11.925" v="270" actId="207"/>
        <pc:sldMkLst>
          <pc:docMk/>
          <pc:sldMk cId="1925571272" sldId="256"/>
        </pc:sldMkLst>
        <pc:spChg chg="mod">
          <ac:chgData name="Johnny-A Corona" userId="b83dda48adc1f44b" providerId="LiveId" clId="{D514AD09-A2AA-4363-84A4-AE0397A3F5DD}" dt="2026-07-14T07:30:11.925" v="270" actId="207"/>
          <ac:spMkLst>
            <pc:docMk/>
            <pc:sldMk cId="1925571272" sldId="256"/>
            <ac:spMk id="2" creationId="{5F24080D-6901-66AC-AE29-4E06AC620FDD}"/>
          </ac:spMkLst>
        </pc:spChg>
        <pc:spChg chg="mod">
          <ac:chgData name="Johnny-A Corona" userId="b83dda48adc1f44b" providerId="LiveId" clId="{D514AD09-A2AA-4363-84A4-AE0397A3F5DD}" dt="2026-07-14T07:16:25.492" v="123" actId="26606"/>
          <ac:spMkLst>
            <pc:docMk/>
            <pc:sldMk cId="1925571272" sldId="256"/>
            <ac:spMk id="3" creationId="{50687BF6-ADF4-1F98-11A2-0B9047361F36}"/>
          </ac:spMkLst>
        </pc:spChg>
        <pc:spChg chg="add del">
          <ac:chgData name="Johnny-A Corona" userId="b83dda48adc1f44b" providerId="LiveId" clId="{D514AD09-A2AA-4363-84A4-AE0397A3F5DD}" dt="2026-07-14T07:16:25.492" v="123" actId="26606"/>
          <ac:spMkLst>
            <pc:docMk/>
            <pc:sldMk cId="1925571272" sldId="256"/>
            <ac:spMk id="26" creationId="{F3B3B6C5-748F-437C-AE76-DB11FEA99E16}"/>
          </ac:spMkLst>
        </pc:spChg>
        <pc:spChg chg="add del">
          <ac:chgData name="Johnny-A Corona" userId="b83dda48adc1f44b" providerId="LiveId" clId="{D514AD09-A2AA-4363-84A4-AE0397A3F5DD}" dt="2026-07-14T07:16:25.492" v="123" actId="26606"/>
          <ac:spMkLst>
            <pc:docMk/>
            <pc:sldMk cId="1925571272" sldId="256"/>
            <ac:spMk id="28" creationId="{197CEB5D-9BB2-475C-BA8D-AC88BB8C976E}"/>
          </ac:spMkLst>
        </pc:spChg>
        <pc:spChg chg="add">
          <ac:chgData name="Johnny-A Corona" userId="b83dda48adc1f44b" providerId="LiveId" clId="{D514AD09-A2AA-4363-84A4-AE0397A3F5DD}" dt="2026-07-14T07:16:25.492" v="123" actId="26606"/>
          <ac:spMkLst>
            <pc:docMk/>
            <pc:sldMk cId="1925571272" sldId="256"/>
            <ac:spMk id="35" creationId="{8C6E698C-8155-4B8B-BDC9-B7299772B509}"/>
          </ac:spMkLst>
        </pc:spChg>
        <pc:spChg chg="add">
          <ac:chgData name="Johnny-A Corona" userId="b83dda48adc1f44b" providerId="LiveId" clId="{D514AD09-A2AA-4363-84A4-AE0397A3F5DD}" dt="2026-07-14T07:16:25.492" v="123" actId="26606"/>
          <ac:spMkLst>
            <pc:docMk/>
            <pc:sldMk cId="1925571272" sldId="256"/>
            <ac:spMk id="37" creationId="{0EEF5601-A8BC-411D-AA64-3E79320BA122}"/>
          </ac:spMkLst>
        </pc:spChg>
        <pc:spChg chg="add">
          <ac:chgData name="Johnny-A Corona" userId="b83dda48adc1f44b" providerId="LiveId" clId="{D514AD09-A2AA-4363-84A4-AE0397A3F5DD}" dt="2026-07-14T07:16:25.492" v="123" actId="26606"/>
          <ac:spMkLst>
            <pc:docMk/>
            <pc:sldMk cId="1925571272" sldId="256"/>
            <ac:spMk id="39" creationId="{33209156-242F-4B26-8D07-CEB2B68A9F9A}"/>
          </ac:spMkLst>
        </pc:spChg>
        <pc:cxnChg chg="add del">
          <ac:chgData name="Johnny-A Corona" userId="b83dda48adc1f44b" providerId="LiveId" clId="{D514AD09-A2AA-4363-84A4-AE0397A3F5DD}" dt="2026-07-14T07:16:25.492" v="123" actId="26606"/>
          <ac:cxnSpMkLst>
            <pc:docMk/>
            <pc:sldMk cId="1925571272" sldId="256"/>
            <ac:cxnSpMk id="30" creationId="{BB14AD1F-ADD5-46E7-966F-4C0290232FF9}"/>
          </ac:cxnSpMkLst>
        </pc:cxnChg>
      </pc:sldChg>
      <pc:sldChg chg="addSp delSp modSp mod setBg">
        <pc:chgData name="Johnny-A Corona" userId="b83dda48adc1f44b" providerId="LiveId" clId="{D514AD09-A2AA-4363-84A4-AE0397A3F5DD}" dt="2026-07-14T07:29:57.124" v="267" actId="207"/>
        <pc:sldMkLst>
          <pc:docMk/>
          <pc:sldMk cId="3882136969" sldId="257"/>
        </pc:sldMkLst>
        <pc:spChg chg="mod">
          <ac:chgData name="Johnny-A Corona" userId="b83dda48adc1f44b" providerId="LiveId" clId="{D514AD09-A2AA-4363-84A4-AE0397A3F5DD}" dt="2026-07-10T08:20:47.994" v="55" actId="26606"/>
          <ac:spMkLst>
            <pc:docMk/>
            <pc:sldMk cId="3882136969" sldId="257"/>
            <ac:spMk id="2" creationId="{3FFB1804-8D2B-C7D0-B25F-C7213329B7AC}"/>
          </ac:spMkLst>
        </pc:spChg>
        <pc:spChg chg="add mod">
          <ac:chgData name="Johnny-A Corona" userId="b83dda48adc1f44b" providerId="LiveId" clId="{D514AD09-A2AA-4363-84A4-AE0397A3F5DD}" dt="2026-07-14T07:29:57.124" v="267" actId="207"/>
          <ac:spMkLst>
            <pc:docMk/>
            <pc:sldMk cId="3882136969" sldId="257"/>
            <ac:spMk id="7" creationId="{1327FBBF-938D-6841-4406-07B997E83D79}"/>
          </ac:spMkLst>
        </pc:spChg>
        <pc:spChg chg="add">
          <ac:chgData name="Johnny-A Corona" userId="b83dda48adc1f44b" providerId="LiveId" clId="{D514AD09-A2AA-4363-84A4-AE0397A3F5DD}" dt="2026-07-10T08:20:47.994" v="55" actId="26606"/>
          <ac:spMkLst>
            <pc:docMk/>
            <pc:sldMk cId="3882136969" sldId="257"/>
            <ac:spMk id="8" creationId="{3741B58E-3B65-4A01-A276-975AB2CF8A08}"/>
          </ac:spMkLst>
        </pc:spChg>
        <pc:spChg chg="add">
          <ac:chgData name="Johnny-A Corona" userId="b83dda48adc1f44b" providerId="LiveId" clId="{D514AD09-A2AA-4363-84A4-AE0397A3F5DD}" dt="2026-07-10T08:20:47.994" v="55" actId="26606"/>
          <ac:spMkLst>
            <pc:docMk/>
            <pc:sldMk cId="3882136969" sldId="257"/>
            <ac:spMk id="10" creationId="{7AAC67C3-831B-4AB1-A259-DFB839CAFAFC}"/>
          </ac:spMkLst>
        </pc:spChg>
        <pc:spChg chg="add">
          <ac:chgData name="Johnny-A Corona" userId="b83dda48adc1f44b" providerId="LiveId" clId="{D514AD09-A2AA-4363-84A4-AE0397A3F5DD}" dt="2026-07-10T08:20:47.994" v="55" actId="26606"/>
          <ac:spMkLst>
            <pc:docMk/>
            <pc:sldMk cId="3882136969" sldId="257"/>
            <ac:spMk id="12" creationId="{054B3F04-9EAC-45C0-B3CE-0387EEA10A0C}"/>
          </ac:spMkLst>
        </pc:spChg>
      </pc:sldChg>
      <pc:sldChg chg="modSp mod">
        <pc:chgData name="Johnny-A Corona" userId="b83dda48adc1f44b" providerId="LiveId" clId="{D514AD09-A2AA-4363-84A4-AE0397A3F5DD}" dt="2026-07-14T07:21:49.645" v="178" actId="20577"/>
        <pc:sldMkLst>
          <pc:docMk/>
          <pc:sldMk cId="2524969820" sldId="258"/>
        </pc:sldMkLst>
        <pc:spChg chg="mod">
          <ac:chgData name="Johnny-A Corona" userId="b83dda48adc1f44b" providerId="LiveId" clId="{D514AD09-A2AA-4363-84A4-AE0397A3F5DD}" dt="2026-07-14T07:21:49.645" v="178" actId="20577"/>
          <ac:spMkLst>
            <pc:docMk/>
            <pc:sldMk cId="2524969820" sldId="258"/>
            <ac:spMk id="3" creationId="{41AA2EF0-C0FB-56CE-F903-641D4A4C3105}"/>
          </ac:spMkLst>
        </pc:spChg>
      </pc:sldChg>
      <pc:sldChg chg="modSp mod">
        <pc:chgData name="Johnny-A Corona" userId="b83dda48adc1f44b" providerId="LiveId" clId="{D514AD09-A2AA-4363-84A4-AE0397A3F5DD}" dt="2026-07-14T07:18:40.745" v="138" actId="12"/>
        <pc:sldMkLst>
          <pc:docMk/>
          <pc:sldMk cId="2481790153" sldId="259"/>
        </pc:sldMkLst>
        <pc:spChg chg="mod">
          <ac:chgData name="Johnny-A Corona" userId="b83dda48adc1f44b" providerId="LiveId" clId="{D514AD09-A2AA-4363-84A4-AE0397A3F5DD}" dt="2026-07-14T07:18:40.745" v="138" actId="12"/>
          <ac:spMkLst>
            <pc:docMk/>
            <pc:sldMk cId="2481790153" sldId="259"/>
            <ac:spMk id="3" creationId="{641EACE3-922F-CA57-FD47-4E0949B6CDE6}"/>
          </ac:spMkLst>
        </pc:spChg>
      </pc:sldChg>
      <pc:sldChg chg="addSp delSp modSp mod modClrScheme delDesignElem chgLayout">
        <pc:chgData name="Johnny-A Corona" userId="b83dda48adc1f44b" providerId="LiveId" clId="{D514AD09-A2AA-4363-84A4-AE0397A3F5DD}" dt="2026-07-14T07:30:33.156" v="272" actId="27636"/>
        <pc:sldMkLst>
          <pc:docMk/>
          <pc:sldMk cId="2691630616" sldId="260"/>
        </pc:sldMkLst>
        <pc:spChg chg="mod ord">
          <ac:chgData name="Johnny-A Corona" userId="b83dda48adc1f44b" providerId="LiveId" clId="{D514AD09-A2AA-4363-84A4-AE0397A3F5DD}" dt="2026-07-14T07:30:33.156" v="272" actId="27636"/>
          <ac:spMkLst>
            <pc:docMk/>
            <pc:sldMk cId="2691630616" sldId="260"/>
            <ac:spMk id="2" creationId="{13DBDDB8-A0B1-4D5A-633C-941C7CB8E32F}"/>
          </ac:spMkLst>
        </pc:spChg>
        <pc:spChg chg="mod ord">
          <ac:chgData name="Johnny-A Corona" userId="b83dda48adc1f44b" providerId="LiveId" clId="{D514AD09-A2AA-4363-84A4-AE0397A3F5DD}" dt="2026-07-14T07:19:26.332" v="148" actId="113"/>
          <ac:spMkLst>
            <pc:docMk/>
            <pc:sldMk cId="2691630616" sldId="260"/>
            <ac:spMk id="8" creationId="{FA1899FA-05DD-0F94-D41F-B0005A1454DE}"/>
          </ac:spMkLst>
        </pc:spChg>
        <pc:spChg chg="add">
          <ac:chgData name="Johnny-A Corona" userId="b83dda48adc1f44b" providerId="LiveId" clId="{D514AD09-A2AA-4363-84A4-AE0397A3F5DD}" dt="2026-07-10T08:21:07.724" v="56" actId="26606"/>
          <ac:spMkLst>
            <pc:docMk/>
            <pc:sldMk cId="2691630616" sldId="260"/>
            <ac:spMk id="20" creationId="{80861964-D86C-4A50-8F6D-B466384A61B1}"/>
          </ac:spMkLst>
        </pc:spChg>
        <pc:spChg chg="add">
          <ac:chgData name="Johnny-A Corona" userId="b83dda48adc1f44b" providerId="LiveId" clId="{D514AD09-A2AA-4363-84A4-AE0397A3F5DD}" dt="2026-07-10T08:21:07.724" v="56" actId="26606"/>
          <ac:spMkLst>
            <pc:docMk/>
            <pc:sldMk cId="2691630616" sldId="260"/>
            <ac:spMk id="24" creationId="{02CE8509-9E93-4D74-BF24-661F111C72AB}"/>
          </ac:spMkLst>
        </pc:spChg>
        <pc:spChg chg="add">
          <ac:chgData name="Johnny-A Corona" userId="b83dda48adc1f44b" providerId="LiveId" clId="{D514AD09-A2AA-4363-84A4-AE0397A3F5DD}" dt="2026-07-10T08:21:07.724" v="56" actId="26606"/>
          <ac:spMkLst>
            <pc:docMk/>
            <pc:sldMk cId="2691630616" sldId="260"/>
            <ac:spMk id="26" creationId="{66E8BA98-E13C-403B-AC96-75E203799CC0}"/>
          </ac:spMkLst>
        </pc:spChg>
        <pc:picChg chg="mod">
          <ac:chgData name="Johnny-A Corona" userId="b83dda48adc1f44b" providerId="LiveId" clId="{D514AD09-A2AA-4363-84A4-AE0397A3F5DD}" dt="2026-07-10T08:21:40.261" v="65" actId="14100"/>
          <ac:picMkLst>
            <pc:docMk/>
            <pc:sldMk cId="2691630616" sldId="260"/>
            <ac:picMk id="4" creationId="{71BEACCB-24C4-38F5-C6DA-22A8C95903F2}"/>
          </ac:picMkLst>
        </pc:picChg>
        <pc:cxnChg chg="add">
          <ac:chgData name="Johnny-A Corona" userId="b83dda48adc1f44b" providerId="LiveId" clId="{D514AD09-A2AA-4363-84A4-AE0397A3F5DD}" dt="2026-07-10T08:21:07.724" v="56" actId="26606"/>
          <ac:cxnSpMkLst>
            <pc:docMk/>
            <pc:sldMk cId="2691630616" sldId="260"/>
            <ac:cxnSpMk id="22" creationId="{754A678E-8F30-4E92-A5BF-F5D03D011394}"/>
          </ac:cxnSpMkLst>
        </pc:cxnChg>
      </pc:sldChg>
      <pc:sldChg chg="addSp delSp modSp mod">
        <pc:chgData name="Johnny-A Corona" userId="b83dda48adc1f44b" providerId="LiveId" clId="{D514AD09-A2AA-4363-84A4-AE0397A3F5DD}" dt="2026-07-14T07:31:11.313" v="276" actId="255"/>
        <pc:sldMkLst>
          <pc:docMk/>
          <pc:sldMk cId="2187359657" sldId="261"/>
        </pc:sldMkLst>
        <pc:spChg chg="mod">
          <ac:chgData name="Johnny-A Corona" userId="b83dda48adc1f44b" providerId="LiveId" clId="{D514AD09-A2AA-4363-84A4-AE0397A3F5DD}" dt="2026-07-14T07:31:11.313" v="276" actId="255"/>
          <ac:spMkLst>
            <pc:docMk/>
            <pc:sldMk cId="2187359657" sldId="261"/>
            <ac:spMk id="2" creationId="{89B3E5A2-1A60-FB59-6844-7996C60C8F77}"/>
          </ac:spMkLst>
        </pc:spChg>
        <pc:spChg chg="mod ord">
          <ac:chgData name="Johnny-A Corona" userId="b83dda48adc1f44b" providerId="LiveId" clId="{D514AD09-A2AA-4363-84A4-AE0397A3F5DD}" dt="2026-07-14T07:29:35.676" v="262" actId="26606"/>
          <ac:spMkLst>
            <pc:docMk/>
            <pc:sldMk cId="2187359657" sldId="261"/>
            <ac:spMk id="8" creationId="{E83DB6DE-0789-FF64-C8DA-8BE6668E1D67}"/>
          </ac:spMkLst>
        </pc:spChg>
        <pc:spChg chg="add del">
          <ac:chgData name="Johnny-A Corona" userId="b83dda48adc1f44b" providerId="LiveId" clId="{D514AD09-A2AA-4363-84A4-AE0397A3F5DD}" dt="2026-07-14T07:29:35.676" v="262" actId="26606"/>
          <ac:spMkLst>
            <pc:docMk/>
            <pc:sldMk cId="2187359657" sldId="261"/>
            <ac:spMk id="38" creationId="{990D0034-F768-41E7-85D4-F38C4DE85770}"/>
          </ac:spMkLst>
        </pc:spChg>
        <pc:spChg chg="add">
          <ac:chgData name="Johnny-A Corona" userId="b83dda48adc1f44b" providerId="LiveId" clId="{D514AD09-A2AA-4363-84A4-AE0397A3F5DD}" dt="2026-07-14T07:29:35.676" v="262" actId="26606"/>
          <ac:spMkLst>
            <pc:docMk/>
            <pc:sldMk cId="2187359657" sldId="261"/>
            <ac:spMk id="42" creationId="{873ECEC8-0F24-45B8-950F-35FC94BCEAC8}"/>
          </ac:spMkLst>
        </pc:spChg>
        <pc:spChg chg="add">
          <ac:chgData name="Johnny-A Corona" userId="b83dda48adc1f44b" providerId="LiveId" clId="{D514AD09-A2AA-4363-84A4-AE0397A3F5DD}" dt="2026-07-14T07:29:35.676" v="262" actId="26606"/>
          <ac:spMkLst>
            <pc:docMk/>
            <pc:sldMk cId="2187359657" sldId="261"/>
            <ac:spMk id="44" creationId="{7D417315-0A35-4882-ABD2-ABE3C89E5DCF}"/>
          </ac:spMkLst>
        </pc:spChg>
        <pc:spChg chg="add del">
          <ac:chgData name="Johnny-A Corona" userId="b83dda48adc1f44b" providerId="LiveId" clId="{D514AD09-A2AA-4363-84A4-AE0397A3F5DD}" dt="2026-07-14T07:29:29.367" v="261" actId="26606"/>
          <ac:spMkLst>
            <pc:docMk/>
            <pc:sldMk cId="2187359657" sldId="261"/>
            <ac:spMk id="45" creationId="{311973C2-EB8B-452A-A698-4A252FD3AE28}"/>
          </ac:spMkLst>
        </pc:spChg>
        <pc:spChg chg="add del">
          <ac:chgData name="Johnny-A Corona" userId="b83dda48adc1f44b" providerId="LiveId" clId="{D514AD09-A2AA-4363-84A4-AE0397A3F5DD}" dt="2026-07-14T07:29:29.367" v="261" actId="26606"/>
          <ac:spMkLst>
            <pc:docMk/>
            <pc:sldMk cId="2187359657" sldId="261"/>
            <ac:spMk id="47" creationId="{10162E77-11AD-44A7-84EC-40C59EEFBD2E}"/>
          </ac:spMkLst>
        </pc:spChg>
        <pc:spChg chg="add">
          <ac:chgData name="Johnny-A Corona" userId="b83dda48adc1f44b" providerId="LiveId" clId="{D514AD09-A2AA-4363-84A4-AE0397A3F5DD}" dt="2026-07-14T07:29:35.676" v="262" actId="26606"/>
          <ac:spMkLst>
            <pc:docMk/>
            <pc:sldMk cId="2187359657" sldId="261"/>
            <ac:spMk id="51" creationId="{8B53612E-ADB2-4457-9688-89506397AF28}"/>
          </ac:spMkLst>
        </pc:spChg>
        <pc:picChg chg="mod ord">
          <ac:chgData name="Johnny-A Corona" userId="b83dda48adc1f44b" providerId="LiveId" clId="{D514AD09-A2AA-4363-84A4-AE0397A3F5DD}" dt="2026-07-14T07:29:39.138" v="263" actId="14100"/>
          <ac:picMkLst>
            <pc:docMk/>
            <pc:sldMk cId="2187359657" sldId="261"/>
            <ac:picMk id="4" creationId="{1C1B5DEA-E71A-5350-E8BC-A716B997B7F3}"/>
          </ac:picMkLst>
        </pc:picChg>
        <pc:cxnChg chg="add del">
          <ac:chgData name="Johnny-A Corona" userId="b83dda48adc1f44b" providerId="LiveId" clId="{D514AD09-A2AA-4363-84A4-AE0397A3F5DD}" dt="2026-07-14T07:29:35.676" v="262" actId="26606"/>
          <ac:cxnSpMkLst>
            <pc:docMk/>
            <pc:sldMk cId="2187359657" sldId="261"/>
            <ac:cxnSpMk id="40" creationId="{5A0A5CF6-407C-4691-8122-49DF69D0020D}"/>
          </ac:cxnSpMkLst>
        </pc:cxnChg>
        <pc:cxnChg chg="add">
          <ac:chgData name="Johnny-A Corona" userId="b83dda48adc1f44b" providerId="LiveId" clId="{D514AD09-A2AA-4363-84A4-AE0397A3F5DD}" dt="2026-07-14T07:29:35.676" v="262" actId="26606"/>
          <ac:cxnSpMkLst>
            <pc:docMk/>
            <pc:sldMk cId="2187359657" sldId="261"/>
            <ac:cxnSpMk id="43" creationId="{89EB8C68-FF1B-4849-867B-32D29B19F102}"/>
          </ac:cxnSpMkLst>
        </pc:cxnChg>
        <pc:cxnChg chg="add del">
          <ac:chgData name="Johnny-A Corona" userId="b83dda48adc1f44b" providerId="LiveId" clId="{D514AD09-A2AA-4363-84A4-AE0397A3F5DD}" dt="2026-07-14T07:29:29.367" v="261" actId="26606"/>
          <ac:cxnSpMkLst>
            <pc:docMk/>
            <pc:sldMk cId="2187359657" sldId="261"/>
            <ac:cxnSpMk id="49" creationId="{5AB158E9-1B40-4CD6-95F0-95CA11DF7B7A}"/>
          </ac:cxnSpMkLst>
        </pc:cxnChg>
      </pc:sldChg>
      <pc:sldChg chg="addSp delSp modSp mod">
        <pc:chgData name="Johnny-A Corona" userId="b83dda48adc1f44b" providerId="LiveId" clId="{D514AD09-A2AA-4363-84A4-AE0397A3F5DD}" dt="2026-07-14T07:32:28.070" v="292" actId="1076"/>
        <pc:sldMkLst>
          <pc:docMk/>
          <pc:sldMk cId="2732742418" sldId="262"/>
        </pc:sldMkLst>
        <pc:spChg chg="mod">
          <ac:chgData name="Johnny-A Corona" userId="b83dda48adc1f44b" providerId="LiveId" clId="{D514AD09-A2AA-4363-84A4-AE0397A3F5DD}" dt="2026-07-14T07:32:14.639" v="288" actId="255"/>
          <ac:spMkLst>
            <pc:docMk/>
            <pc:sldMk cId="2732742418" sldId="262"/>
            <ac:spMk id="2" creationId="{29DC925E-5F2F-90FC-1648-7285792E7833}"/>
          </ac:spMkLst>
        </pc:spChg>
        <pc:spChg chg="mod ord">
          <ac:chgData name="Johnny-A Corona" userId="b83dda48adc1f44b" providerId="LiveId" clId="{D514AD09-A2AA-4363-84A4-AE0397A3F5DD}" dt="2026-07-14T07:32:19.015" v="289" actId="1076"/>
          <ac:spMkLst>
            <pc:docMk/>
            <pc:sldMk cId="2732742418" sldId="262"/>
            <ac:spMk id="9" creationId="{2AF03159-FB8D-0D9C-63B1-AAD8410F6E8F}"/>
          </ac:spMkLst>
        </pc:spChg>
        <pc:spChg chg="add">
          <ac:chgData name="Johnny-A Corona" userId="b83dda48adc1f44b" providerId="LiveId" clId="{D514AD09-A2AA-4363-84A4-AE0397A3F5DD}" dt="2026-07-10T08:23:17.909" v="77" actId="26606"/>
          <ac:spMkLst>
            <pc:docMk/>
            <pc:sldMk cId="2732742418" sldId="262"/>
            <ac:spMk id="39" creationId="{EE6D0A0E-AC19-415C-B3AE-96786F30101F}"/>
          </ac:spMkLst>
        </pc:spChg>
        <pc:spChg chg="add">
          <ac:chgData name="Johnny-A Corona" userId="b83dda48adc1f44b" providerId="LiveId" clId="{D514AD09-A2AA-4363-84A4-AE0397A3F5DD}" dt="2026-07-10T08:23:17.909" v="77" actId="26606"/>
          <ac:spMkLst>
            <pc:docMk/>
            <pc:sldMk cId="2732742418" sldId="262"/>
            <ac:spMk id="41" creationId="{59743FD2-096E-4E3C-B8A6-CC50548F477F}"/>
          </ac:spMkLst>
        </pc:spChg>
        <pc:spChg chg="add">
          <ac:chgData name="Johnny-A Corona" userId="b83dda48adc1f44b" providerId="LiveId" clId="{D514AD09-A2AA-4363-84A4-AE0397A3F5DD}" dt="2026-07-10T08:23:17.909" v="77" actId="26606"/>
          <ac:spMkLst>
            <pc:docMk/>
            <pc:sldMk cId="2732742418" sldId="262"/>
            <ac:spMk id="42" creationId="{10A17A06-682A-4722-93B3-03636927AA62}"/>
          </ac:spMkLst>
        </pc:spChg>
        <pc:picChg chg="mod">
          <ac:chgData name="Johnny-A Corona" userId="b83dda48adc1f44b" providerId="LiveId" clId="{D514AD09-A2AA-4363-84A4-AE0397A3F5DD}" dt="2026-07-14T07:32:28.070" v="292" actId="1076"/>
          <ac:picMkLst>
            <pc:docMk/>
            <pc:sldMk cId="2732742418" sldId="262"/>
            <ac:picMk id="4" creationId="{567D9779-0BFA-C504-58F0-92A902F22D5F}"/>
          </ac:picMkLst>
        </pc:picChg>
        <pc:picChg chg="mod ord">
          <ac:chgData name="Johnny-A Corona" userId="b83dda48adc1f44b" providerId="LiveId" clId="{D514AD09-A2AA-4363-84A4-AE0397A3F5DD}" dt="2026-07-14T07:32:21.946" v="290" actId="14100"/>
          <ac:picMkLst>
            <pc:docMk/>
            <pc:sldMk cId="2732742418" sldId="262"/>
            <ac:picMk id="5" creationId="{53E63F05-1CA4-7618-7DB4-45509C95CDB3}"/>
          </ac:picMkLst>
        </pc:picChg>
      </pc:sldChg>
      <pc:sldChg chg="addSp delSp modSp mod">
        <pc:chgData name="Johnny-A Corona" userId="b83dda48adc1f44b" providerId="LiveId" clId="{D514AD09-A2AA-4363-84A4-AE0397A3F5DD}" dt="2026-07-14T07:32:41.478" v="294" actId="207"/>
        <pc:sldMkLst>
          <pc:docMk/>
          <pc:sldMk cId="9664105" sldId="263"/>
        </pc:sldMkLst>
        <pc:spChg chg="mod">
          <ac:chgData name="Johnny-A Corona" userId="b83dda48adc1f44b" providerId="LiveId" clId="{D514AD09-A2AA-4363-84A4-AE0397A3F5DD}" dt="2026-07-14T07:32:41.478" v="294" actId="207"/>
          <ac:spMkLst>
            <pc:docMk/>
            <pc:sldMk cId="9664105" sldId="263"/>
            <ac:spMk id="2" creationId="{9A9A59FF-DFE2-6F2D-19B3-0029074E231B}"/>
          </ac:spMkLst>
        </pc:spChg>
        <pc:spChg chg="mod ord">
          <ac:chgData name="Johnny-A Corona" userId="b83dda48adc1f44b" providerId="LiveId" clId="{D514AD09-A2AA-4363-84A4-AE0397A3F5DD}" dt="2026-07-14T07:20:04.206" v="157" actId="12"/>
          <ac:spMkLst>
            <pc:docMk/>
            <pc:sldMk cId="9664105" sldId="263"/>
            <ac:spMk id="8" creationId="{5868C9C9-23FE-D9FC-B3DB-C63A10C229FE}"/>
          </ac:spMkLst>
        </pc:spChg>
        <pc:spChg chg="add">
          <ac:chgData name="Johnny-A Corona" userId="b83dda48adc1f44b" providerId="LiveId" clId="{D514AD09-A2AA-4363-84A4-AE0397A3F5DD}" dt="2026-07-10T08:24:22.205" v="91" actId="26606"/>
          <ac:spMkLst>
            <pc:docMk/>
            <pc:sldMk cId="9664105" sldId="263"/>
            <ac:spMk id="20" creationId="{873ECEC8-0F24-45B8-950F-35FC94BCEAC8}"/>
          </ac:spMkLst>
        </pc:spChg>
        <pc:spChg chg="add">
          <ac:chgData name="Johnny-A Corona" userId="b83dda48adc1f44b" providerId="LiveId" clId="{D514AD09-A2AA-4363-84A4-AE0397A3F5DD}" dt="2026-07-10T08:24:22.205" v="91" actId="26606"/>
          <ac:spMkLst>
            <pc:docMk/>
            <pc:sldMk cId="9664105" sldId="263"/>
            <ac:spMk id="24" creationId="{7D417315-0A35-4882-ABD2-ABE3C89E5DCF}"/>
          </ac:spMkLst>
        </pc:spChg>
        <pc:spChg chg="add">
          <ac:chgData name="Johnny-A Corona" userId="b83dda48adc1f44b" providerId="LiveId" clId="{D514AD09-A2AA-4363-84A4-AE0397A3F5DD}" dt="2026-07-10T08:24:22.205" v="91" actId="26606"/>
          <ac:spMkLst>
            <pc:docMk/>
            <pc:sldMk cId="9664105" sldId="263"/>
            <ac:spMk id="26" creationId="{8B53612E-ADB2-4457-9688-89506397AF28}"/>
          </ac:spMkLst>
        </pc:spChg>
        <pc:picChg chg="mod">
          <ac:chgData name="Johnny-A Corona" userId="b83dda48adc1f44b" providerId="LiveId" clId="{D514AD09-A2AA-4363-84A4-AE0397A3F5DD}" dt="2026-07-10T08:24:44.260" v="95" actId="14100"/>
          <ac:picMkLst>
            <pc:docMk/>
            <pc:sldMk cId="9664105" sldId="263"/>
            <ac:picMk id="4" creationId="{900548F2-5214-F9F4-4ACF-4B0CD905D3A3}"/>
          </ac:picMkLst>
        </pc:picChg>
        <pc:cxnChg chg="add">
          <ac:chgData name="Johnny-A Corona" userId="b83dda48adc1f44b" providerId="LiveId" clId="{D514AD09-A2AA-4363-84A4-AE0397A3F5DD}" dt="2026-07-10T08:24:22.205" v="91" actId="26606"/>
          <ac:cxnSpMkLst>
            <pc:docMk/>
            <pc:sldMk cId="9664105" sldId="263"/>
            <ac:cxnSpMk id="22" creationId="{89EB8C68-FF1B-4849-867B-32D29B19F102}"/>
          </ac:cxnSpMkLst>
        </pc:cxnChg>
      </pc:sldChg>
      <pc:sldChg chg="addSp delSp modSp mod">
        <pc:chgData name="Johnny-A Corona" userId="b83dda48adc1f44b" providerId="LiveId" clId="{D514AD09-A2AA-4363-84A4-AE0397A3F5DD}" dt="2026-07-14T07:33:01.733" v="298" actId="14100"/>
        <pc:sldMkLst>
          <pc:docMk/>
          <pc:sldMk cId="1118707326" sldId="264"/>
        </pc:sldMkLst>
        <pc:spChg chg="mod">
          <ac:chgData name="Johnny-A Corona" userId="b83dda48adc1f44b" providerId="LiveId" clId="{D514AD09-A2AA-4363-84A4-AE0397A3F5DD}" dt="2026-07-14T07:32:54.334" v="297" actId="207"/>
          <ac:spMkLst>
            <pc:docMk/>
            <pc:sldMk cId="1118707326" sldId="264"/>
            <ac:spMk id="2" creationId="{9BD5B1D3-D4FF-D5CF-0789-5FEAB4617C7E}"/>
          </ac:spMkLst>
        </pc:spChg>
        <pc:spChg chg="mod ord">
          <ac:chgData name="Johnny-A Corona" userId="b83dda48adc1f44b" providerId="LiveId" clId="{D514AD09-A2AA-4363-84A4-AE0397A3F5DD}" dt="2026-07-14T07:20:27.369" v="166" actId="12"/>
          <ac:spMkLst>
            <pc:docMk/>
            <pc:sldMk cId="1118707326" sldId="264"/>
            <ac:spMk id="8" creationId="{2E2B377A-864B-A12F-5ED8-371FF9C2C472}"/>
          </ac:spMkLst>
        </pc:spChg>
        <pc:spChg chg="add">
          <ac:chgData name="Johnny-A Corona" userId="b83dda48adc1f44b" providerId="LiveId" clId="{D514AD09-A2AA-4363-84A4-AE0397A3F5DD}" dt="2026-07-10T08:25:02.911" v="102" actId="26606"/>
          <ac:spMkLst>
            <pc:docMk/>
            <pc:sldMk cId="1118707326" sldId="264"/>
            <ac:spMk id="28" creationId="{873ECEC8-0F24-45B8-950F-35FC94BCEAC8}"/>
          </ac:spMkLst>
        </pc:spChg>
        <pc:spChg chg="add">
          <ac:chgData name="Johnny-A Corona" userId="b83dda48adc1f44b" providerId="LiveId" clId="{D514AD09-A2AA-4363-84A4-AE0397A3F5DD}" dt="2026-07-10T08:25:02.911" v="102" actId="26606"/>
          <ac:spMkLst>
            <pc:docMk/>
            <pc:sldMk cId="1118707326" sldId="264"/>
            <ac:spMk id="30" creationId="{7D417315-0A35-4882-ABD2-ABE3C89E5DCF}"/>
          </ac:spMkLst>
        </pc:spChg>
        <pc:spChg chg="add">
          <ac:chgData name="Johnny-A Corona" userId="b83dda48adc1f44b" providerId="LiveId" clId="{D514AD09-A2AA-4363-84A4-AE0397A3F5DD}" dt="2026-07-10T08:25:02.911" v="102" actId="26606"/>
          <ac:spMkLst>
            <pc:docMk/>
            <pc:sldMk cId="1118707326" sldId="264"/>
            <ac:spMk id="31" creationId="{8B53612E-ADB2-4457-9688-89506397AF28}"/>
          </ac:spMkLst>
        </pc:spChg>
        <pc:picChg chg="mod">
          <ac:chgData name="Johnny-A Corona" userId="b83dda48adc1f44b" providerId="LiveId" clId="{D514AD09-A2AA-4363-84A4-AE0397A3F5DD}" dt="2026-07-14T07:33:01.733" v="298" actId="14100"/>
          <ac:picMkLst>
            <pc:docMk/>
            <pc:sldMk cId="1118707326" sldId="264"/>
            <ac:picMk id="4" creationId="{A378F40B-4E0C-9036-1623-2E4B6741CCED}"/>
          </ac:picMkLst>
        </pc:picChg>
        <pc:cxnChg chg="add">
          <ac:chgData name="Johnny-A Corona" userId="b83dda48adc1f44b" providerId="LiveId" clId="{D514AD09-A2AA-4363-84A4-AE0397A3F5DD}" dt="2026-07-10T08:25:02.911" v="102" actId="26606"/>
          <ac:cxnSpMkLst>
            <pc:docMk/>
            <pc:sldMk cId="1118707326" sldId="264"/>
            <ac:cxnSpMk id="29" creationId="{89EB8C68-FF1B-4849-867B-32D29B19F102}"/>
          </ac:cxnSpMkLst>
        </pc:cxnChg>
      </pc:sldChg>
      <pc:sldChg chg="addSp delSp modSp mod">
        <pc:chgData name="Johnny-A Corona" userId="b83dda48adc1f44b" providerId="LiveId" clId="{D514AD09-A2AA-4363-84A4-AE0397A3F5DD}" dt="2026-07-14T07:33:18.982" v="301" actId="14100"/>
        <pc:sldMkLst>
          <pc:docMk/>
          <pc:sldMk cId="1290872544" sldId="265"/>
        </pc:sldMkLst>
        <pc:spChg chg="mod">
          <ac:chgData name="Johnny-A Corona" userId="b83dda48adc1f44b" providerId="LiveId" clId="{D514AD09-A2AA-4363-84A4-AE0397A3F5DD}" dt="2026-07-14T07:33:15.903" v="300" actId="207"/>
          <ac:spMkLst>
            <pc:docMk/>
            <pc:sldMk cId="1290872544" sldId="265"/>
            <ac:spMk id="2" creationId="{7F56364B-9F00-8871-4E78-B39D3FA31007}"/>
          </ac:spMkLst>
        </pc:spChg>
        <pc:spChg chg="mod ord">
          <ac:chgData name="Johnny-A Corona" userId="b83dda48adc1f44b" providerId="LiveId" clId="{D514AD09-A2AA-4363-84A4-AE0397A3F5DD}" dt="2026-07-14T07:21:02.019" v="174" actId="255"/>
          <ac:spMkLst>
            <pc:docMk/>
            <pc:sldMk cId="1290872544" sldId="265"/>
            <ac:spMk id="8" creationId="{573AC0A4-4138-D19B-C353-18FFC335A9D6}"/>
          </ac:spMkLst>
        </pc:spChg>
        <pc:spChg chg="add">
          <ac:chgData name="Johnny-A Corona" userId="b83dda48adc1f44b" providerId="LiveId" clId="{D514AD09-A2AA-4363-84A4-AE0397A3F5DD}" dt="2026-07-10T08:25:28.840" v="112" actId="26606"/>
          <ac:spMkLst>
            <pc:docMk/>
            <pc:sldMk cId="1290872544" sldId="265"/>
            <ac:spMk id="33" creationId="{873ECEC8-0F24-45B8-950F-35FC94BCEAC8}"/>
          </ac:spMkLst>
        </pc:spChg>
        <pc:spChg chg="add">
          <ac:chgData name="Johnny-A Corona" userId="b83dda48adc1f44b" providerId="LiveId" clId="{D514AD09-A2AA-4363-84A4-AE0397A3F5DD}" dt="2026-07-10T08:25:28.840" v="112" actId="26606"/>
          <ac:spMkLst>
            <pc:docMk/>
            <pc:sldMk cId="1290872544" sldId="265"/>
            <ac:spMk id="35" creationId="{7D417315-0A35-4882-ABD2-ABE3C89E5DCF}"/>
          </ac:spMkLst>
        </pc:spChg>
        <pc:spChg chg="add">
          <ac:chgData name="Johnny-A Corona" userId="b83dda48adc1f44b" providerId="LiveId" clId="{D514AD09-A2AA-4363-84A4-AE0397A3F5DD}" dt="2026-07-10T08:25:28.840" v="112" actId="26606"/>
          <ac:spMkLst>
            <pc:docMk/>
            <pc:sldMk cId="1290872544" sldId="265"/>
            <ac:spMk id="36" creationId="{8B53612E-ADB2-4457-9688-89506397AF28}"/>
          </ac:spMkLst>
        </pc:spChg>
        <pc:picChg chg="mod">
          <ac:chgData name="Johnny-A Corona" userId="b83dda48adc1f44b" providerId="LiveId" clId="{D514AD09-A2AA-4363-84A4-AE0397A3F5DD}" dt="2026-07-14T07:33:18.982" v="301" actId="14100"/>
          <ac:picMkLst>
            <pc:docMk/>
            <pc:sldMk cId="1290872544" sldId="265"/>
            <ac:picMk id="4" creationId="{0D2B3A45-DC99-BDFB-98B0-AC6C69171E35}"/>
          </ac:picMkLst>
        </pc:picChg>
        <pc:cxnChg chg="add">
          <ac:chgData name="Johnny-A Corona" userId="b83dda48adc1f44b" providerId="LiveId" clId="{D514AD09-A2AA-4363-84A4-AE0397A3F5DD}" dt="2026-07-10T08:25:28.840" v="112" actId="26606"/>
          <ac:cxnSpMkLst>
            <pc:docMk/>
            <pc:sldMk cId="1290872544" sldId="265"/>
            <ac:cxnSpMk id="34" creationId="{89EB8C68-FF1B-4849-867B-32D29B19F102}"/>
          </ac:cxnSpMkLst>
        </pc:cxnChg>
      </pc:sldChg>
      <pc:sldChg chg="addSp delSp modSp mod setBg">
        <pc:chgData name="Johnny-A Corona" userId="b83dda48adc1f44b" providerId="LiveId" clId="{D514AD09-A2AA-4363-84A4-AE0397A3F5DD}" dt="2026-07-14T07:33:30.481" v="304" actId="207"/>
        <pc:sldMkLst>
          <pc:docMk/>
          <pc:sldMk cId="1103239815" sldId="266"/>
        </pc:sldMkLst>
        <pc:spChg chg="mod">
          <ac:chgData name="Johnny-A Corona" userId="b83dda48adc1f44b" providerId="LiveId" clId="{D514AD09-A2AA-4363-84A4-AE0397A3F5DD}" dt="2026-07-14T07:33:30.481" v="304" actId="207"/>
          <ac:spMkLst>
            <pc:docMk/>
            <pc:sldMk cId="1103239815" sldId="266"/>
            <ac:spMk id="2" creationId="{E3CDE53B-3C48-BE71-E287-DD166941A198}"/>
          </ac:spMkLst>
        </pc:spChg>
        <pc:graphicFrameChg chg="add mod modGraphic">
          <ac:chgData name="Johnny-A Corona" userId="b83dda48adc1f44b" providerId="LiveId" clId="{D514AD09-A2AA-4363-84A4-AE0397A3F5DD}" dt="2026-07-10T08:25:51.800" v="118" actId="26606"/>
          <ac:graphicFrameMkLst>
            <pc:docMk/>
            <pc:sldMk cId="1103239815" sldId="266"/>
            <ac:graphicFrameMk id="5" creationId="{88E2362C-DD7C-CFBE-85DC-89AB6224AAB1}"/>
          </ac:graphicFrameMkLst>
        </pc:graphicFrameChg>
      </pc:sldChg>
      <pc:sldChg chg="addSp delSp modSp mod setBg">
        <pc:chgData name="Johnny-A Corona" userId="b83dda48adc1f44b" providerId="LiveId" clId="{D514AD09-A2AA-4363-84A4-AE0397A3F5DD}" dt="2026-07-10T08:16:34.188" v="36" actId="255"/>
        <pc:sldMkLst>
          <pc:docMk/>
          <pc:sldMk cId="133897449" sldId="267"/>
        </pc:sldMkLst>
        <pc:spChg chg="mod">
          <ac:chgData name="Johnny-A Corona" userId="b83dda48adc1f44b" providerId="LiveId" clId="{D514AD09-A2AA-4363-84A4-AE0397A3F5DD}" dt="2026-07-10T08:16:34.188" v="36" actId="255"/>
          <ac:spMkLst>
            <pc:docMk/>
            <pc:sldMk cId="133897449" sldId="267"/>
            <ac:spMk id="2" creationId="{DCE90DF8-9FEF-883A-44A0-30B111F426F8}"/>
          </ac:spMkLst>
        </pc:spChg>
        <pc:graphicFrameChg chg="add">
          <ac:chgData name="Johnny-A Corona" userId="b83dda48adc1f44b" providerId="LiveId" clId="{D514AD09-A2AA-4363-84A4-AE0397A3F5DD}" dt="2026-07-10T08:16:18.851" v="33" actId="26606"/>
          <ac:graphicFrameMkLst>
            <pc:docMk/>
            <pc:sldMk cId="133897449" sldId="267"/>
            <ac:graphicFrameMk id="14" creationId="{3CE4FEEB-F5A5-AD1E-E2A2-CC783AAE18D8}"/>
          </ac:graphicFrameMkLst>
        </pc:graphicFrameChg>
      </pc:sldChg>
      <pc:sldChg chg="addSp delSp modSp mod setBg">
        <pc:chgData name="Johnny-A Corona" userId="b83dda48adc1f44b" providerId="LiveId" clId="{D514AD09-A2AA-4363-84A4-AE0397A3F5DD}" dt="2026-07-14T07:33:48.215" v="307" actId="255"/>
        <pc:sldMkLst>
          <pc:docMk/>
          <pc:sldMk cId="2544189582" sldId="268"/>
        </pc:sldMkLst>
        <pc:spChg chg="mod">
          <ac:chgData name="Johnny-A Corona" userId="b83dda48adc1f44b" providerId="LiveId" clId="{D514AD09-A2AA-4363-84A4-AE0397A3F5DD}" dt="2026-07-14T07:33:48.215" v="307" actId="255"/>
          <ac:spMkLst>
            <pc:docMk/>
            <pc:sldMk cId="2544189582" sldId="268"/>
            <ac:spMk id="2" creationId="{B3B0380B-A10B-ACA8-F3DC-2E81ACFF5AD4}"/>
          </ac:spMkLst>
        </pc:spChg>
        <pc:graphicFrameChg chg="add">
          <ac:chgData name="Johnny-A Corona" userId="b83dda48adc1f44b" providerId="LiveId" clId="{D514AD09-A2AA-4363-84A4-AE0397A3F5DD}" dt="2026-07-10T08:13:40.332" v="26" actId="26606"/>
          <ac:graphicFrameMkLst>
            <pc:docMk/>
            <pc:sldMk cId="2544189582" sldId="268"/>
            <ac:graphicFrameMk id="17" creationId="{45147ECF-80B0-508B-1C02-951CB9B0C593}"/>
          </ac:graphicFrameMkLst>
        </pc:graphicFrameChg>
      </pc:sldChg>
      <pc:sldChg chg="new del">
        <pc:chgData name="Johnny-A Corona" userId="b83dda48adc1f44b" providerId="LiveId" clId="{D514AD09-A2AA-4363-84A4-AE0397A3F5DD}" dt="2026-07-14T07:33:33.807" v="305" actId="2696"/>
        <pc:sldMkLst>
          <pc:docMk/>
          <pc:sldMk cId="907568547" sldId="269"/>
        </pc:sldMkLst>
      </pc:sldChg>
      <pc:sldChg chg="new del">
        <pc:chgData name="Johnny-A Corona" userId="b83dda48adc1f44b" providerId="LiveId" clId="{D514AD09-A2AA-4363-84A4-AE0397A3F5DD}" dt="2026-07-14T07:21:10.837" v="175" actId="2696"/>
        <pc:sldMkLst>
          <pc:docMk/>
          <pc:sldMk cId="1250613346" sldId="269"/>
        </pc:sldMkLst>
      </pc:sldChg>
      <pc:sldChg chg="new del">
        <pc:chgData name="Johnny-A Corona" userId="b83dda48adc1f44b" providerId="LiveId" clId="{D514AD09-A2AA-4363-84A4-AE0397A3F5DD}" dt="2026-07-14T07:15:47.986" v="121" actId="2696"/>
        <pc:sldMkLst>
          <pc:docMk/>
          <pc:sldMk cId="2327405011" sldId="269"/>
        </pc:sldMkLst>
      </pc:sldChg>
      <pc:sldChg chg="addSp delSp modSp new mod setBg">
        <pc:chgData name="Johnny-A Corona" userId="b83dda48adc1f44b" providerId="LiveId" clId="{D514AD09-A2AA-4363-84A4-AE0397A3F5DD}" dt="2026-07-14T07:30:56.411" v="275" actId="1076"/>
        <pc:sldMkLst>
          <pc:docMk/>
          <pc:sldMk cId="2314088077" sldId="270"/>
        </pc:sldMkLst>
        <pc:spChg chg="mod">
          <ac:chgData name="Johnny-A Corona" userId="b83dda48adc1f44b" providerId="LiveId" clId="{D514AD09-A2AA-4363-84A4-AE0397A3F5DD}" dt="2026-07-14T07:30:56.411" v="275" actId="1076"/>
          <ac:spMkLst>
            <pc:docMk/>
            <pc:sldMk cId="2314088077" sldId="270"/>
            <ac:spMk id="2" creationId="{63062CF0-6468-13E1-08B8-68BEEE27648C}"/>
          </ac:spMkLst>
        </pc:spChg>
        <pc:spChg chg="del">
          <ac:chgData name="Johnny-A Corona" userId="b83dda48adc1f44b" providerId="LiveId" clId="{D514AD09-A2AA-4363-84A4-AE0397A3F5DD}" dt="2026-07-14T07:24:14.639" v="185"/>
          <ac:spMkLst>
            <pc:docMk/>
            <pc:sldMk cId="2314088077" sldId="270"/>
            <ac:spMk id="3" creationId="{C6EBA089-8FC9-014F-74F4-98548A35F8D6}"/>
          </ac:spMkLst>
        </pc:spChg>
        <pc:spChg chg="add del">
          <ac:chgData name="Johnny-A Corona" userId="b83dda48adc1f44b" providerId="LiveId" clId="{D514AD09-A2AA-4363-84A4-AE0397A3F5DD}" dt="2026-07-14T07:25:42.211" v="224" actId="26606"/>
          <ac:spMkLst>
            <pc:docMk/>
            <pc:sldMk cId="2314088077" sldId="270"/>
            <ac:spMk id="9" creationId="{F240A2FC-E2C3-458D-96B4-5DF9028D93A5}"/>
          </ac:spMkLst>
        </pc:spChg>
        <pc:spChg chg="add del">
          <ac:chgData name="Johnny-A Corona" userId="b83dda48adc1f44b" providerId="LiveId" clId="{D514AD09-A2AA-4363-84A4-AE0397A3F5DD}" dt="2026-07-14T07:25:42.211" v="224" actId="26606"/>
          <ac:spMkLst>
            <pc:docMk/>
            <pc:sldMk cId="2314088077" sldId="270"/>
            <ac:spMk id="11" creationId="{5F097929-F3D6-4D1F-8AFC-CF348171A9E1}"/>
          </ac:spMkLst>
        </pc:spChg>
        <pc:spChg chg="add del">
          <ac:chgData name="Johnny-A Corona" userId="b83dda48adc1f44b" providerId="LiveId" clId="{D514AD09-A2AA-4363-84A4-AE0397A3F5DD}" dt="2026-07-14T07:25:42.211" v="224" actId="26606"/>
          <ac:spMkLst>
            <pc:docMk/>
            <pc:sldMk cId="2314088077" sldId="270"/>
            <ac:spMk id="15" creationId="{33428ACC-71EC-4171-9527-10983BA6B41D}"/>
          </ac:spMkLst>
        </pc:spChg>
        <pc:spChg chg="add del">
          <ac:chgData name="Johnny-A Corona" userId="b83dda48adc1f44b" providerId="LiveId" clId="{D514AD09-A2AA-4363-84A4-AE0397A3F5DD}" dt="2026-07-14T07:25:42.211" v="224" actId="26606"/>
          <ac:spMkLst>
            <pc:docMk/>
            <pc:sldMk cId="2314088077" sldId="270"/>
            <ac:spMk id="19" creationId="{2B9BBBC4-97A3-47D2-BFFE-A68530CDB9DC}"/>
          </ac:spMkLst>
        </pc:spChg>
        <pc:spChg chg="add del">
          <ac:chgData name="Johnny-A Corona" userId="b83dda48adc1f44b" providerId="LiveId" clId="{D514AD09-A2AA-4363-84A4-AE0397A3F5DD}" dt="2026-07-14T07:25:42.211" v="224" actId="26606"/>
          <ac:spMkLst>
            <pc:docMk/>
            <pc:sldMk cId="2314088077" sldId="270"/>
            <ac:spMk id="21" creationId="{78967BEA-EA6A-4FF1-94E2-B010B61A36A9}"/>
          </ac:spMkLst>
        </pc:spChg>
        <pc:spChg chg="add mod">
          <ac:chgData name="Johnny-A Corona" userId="b83dda48adc1f44b" providerId="LiveId" clId="{D514AD09-A2AA-4363-84A4-AE0397A3F5DD}" dt="2026-07-14T07:27:25.136" v="248" actId="20577"/>
          <ac:spMkLst>
            <pc:docMk/>
            <pc:sldMk cId="2314088077" sldId="270"/>
            <ac:spMk id="25" creationId="{9EE21EDA-61B5-4D0D-36A9-FC17ECF46A40}"/>
          </ac:spMkLst>
        </pc:spChg>
        <pc:spChg chg="add">
          <ac:chgData name="Johnny-A Corona" userId="b83dda48adc1f44b" providerId="LiveId" clId="{D514AD09-A2AA-4363-84A4-AE0397A3F5DD}" dt="2026-07-14T07:25:42.211" v="224" actId="26606"/>
          <ac:spMkLst>
            <pc:docMk/>
            <pc:sldMk cId="2314088077" sldId="270"/>
            <ac:spMk id="28" creationId="{08CB54FC-0B2A-4107-9A70-958B90B76585}"/>
          </ac:spMkLst>
        </pc:spChg>
        <pc:spChg chg="add">
          <ac:chgData name="Johnny-A Corona" userId="b83dda48adc1f44b" providerId="LiveId" clId="{D514AD09-A2AA-4363-84A4-AE0397A3F5DD}" dt="2026-07-14T07:25:42.211" v="224" actId="26606"/>
          <ac:spMkLst>
            <pc:docMk/>
            <pc:sldMk cId="2314088077" sldId="270"/>
            <ac:spMk id="32" creationId="{6587DBF8-5C50-4034-8B79-FE54A01A8E15}"/>
          </ac:spMkLst>
        </pc:spChg>
        <pc:spChg chg="add">
          <ac:chgData name="Johnny-A Corona" userId="b83dda48adc1f44b" providerId="LiveId" clId="{D514AD09-A2AA-4363-84A4-AE0397A3F5DD}" dt="2026-07-14T07:25:42.211" v="224" actId="26606"/>
          <ac:spMkLst>
            <pc:docMk/>
            <pc:sldMk cId="2314088077" sldId="270"/>
            <ac:spMk id="34" creationId="{14720853-E885-4BE5-BFE2-24004CEF6952}"/>
          </ac:spMkLst>
        </pc:spChg>
        <pc:picChg chg="add mod">
          <ac:chgData name="Johnny-A Corona" userId="b83dda48adc1f44b" providerId="LiveId" clId="{D514AD09-A2AA-4363-84A4-AE0397A3F5DD}" dt="2026-07-14T07:26:08.999" v="232" actId="14100"/>
          <ac:picMkLst>
            <pc:docMk/>
            <pc:sldMk cId="2314088077" sldId="270"/>
            <ac:picMk id="4" creationId="{7B37D7AD-F166-8079-0C4E-141E856E5E35}"/>
          </ac:picMkLst>
        </pc:picChg>
        <pc:cxnChg chg="add">
          <ac:chgData name="Johnny-A Corona" userId="b83dda48adc1f44b" providerId="LiveId" clId="{D514AD09-A2AA-4363-84A4-AE0397A3F5DD}" dt="2026-07-14T07:24:18.393" v="186" actId="26606"/>
          <ac:cxnSpMkLst>
            <pc:docMk/>
            <pc:sldMk cId="2314088077" sldId="270"/>
            <ac:cxnSpMk id="13" creationId="{43074C91-9045-414B-B5F9-567DAE3EED25}"/>
          </ac:cxnSpMkLst>
        </pc:cxnChg>
        <pc:cxnChg chg="add">
          <ac:chgData name="Johnny-A Corona" userId="b83dda48adc1f44b" providerId="LiveId" clId="{D514AD09-A2AA-4363-84A4-AE0397A3F5DD}" dt="2026-07-14T07:24:18.393" v="186" actId="26606"/>
          <ac:cxnSpMkLst>
            <pc:docMk/>
            <pc:sldMk cId="2314088077" sldId="270"/>
            <ac:cxnSpMk id="17" creationId="{BA22713B-ABB6-4391-97F9-0449A2B9B664}"/>
          </ac:cxnSpMkLst>
        </pc:cxnChg>
      </pc:sldChg>
      <pc:sldChg chg="addSp delSp modSp new mod setBg">
        <pc:chgData name="Johnny-A Corona" userId="b83dda48adc1f44b" providerId="LiveId" clId="{D514AD09-A2AA-4363-84A4-AE0397A3F5DD}" dt="2026-07-14T07:37:05.360" v="347" actId="207"/>
        <pc:sldMkLst>
          <pc:docMk/>
          <pc:sldMk cId="877733908" sldId="271"/>
        </pc:sldMkLst>
        <pc:spChg chg="mod">
          <ac:chgData name="Johnny-A Corona" userId="b83dda48adc1f44b" providerId="LiveId" clId="{D514AD09-A2AA-4363-84A4-AE0397A3F5DD}" dt="2026-07-14T07:35:32.212" v="332" actId="26606"/>
          <ac:spMkLst>
            <pc:docMk/>
            <pc:sldMk cId="877733908" sldId="271"/>
            <ac:spMk id="2" creationId="{088818CC-4B78-6E06-FB91-6A2E67BB93FD}"/>
          </ac:spMkLst>
        </pc:spChg>
        <pc:spChg chg="mod">
          <ac:chgData name="Johnny-A Corona" userId="b83dda48adc1f44b" providerId="LiveId" clId="{D514AD09-A2AA-4363-84A4-AE0397A3F5DD}" dt="2026-07-14T07:37:05.360" v="347" actId="207"/>
          <ac:spMkLst>
            <pc:docMk/>
            <pc:sldMk cId="877733908" sldId="271"/>
            <ac:spMk id="3" creationId="{3BF2CF32-BA56-64E3-7FF0-87250740CEDA}"/>
          </ac:spMkLst>
        </pc:spChg>
        <pc:spChg chg="add">
          <ac:chgData name="Johnny-A Corona" userId="b83dda48adc1f44b" providerId="LiveId" clId="{D514AD09-A2AA-4363-84A4-AE0397A3F5DD}" dt="2026-07-14T07:35:32.212" v="332" actId="26606"/>
          <ac:spMkLst>
            <pc:docMk/>
            <pc:sldMk cId="877733908" sldId="271"/>
            <ac:spMk id="8" creationId="{3741B58E-3B65-4A01-A276-975AB2CF8A08}"/>
          </ac:spMkLst>
        </pc:spChg>
        <pc:spChg chg="add del">
          <ac:chgData name="Johnny-A Corona" userId="b83dda48adc1f44b" providerId="LiveId" clId="{D514AD09-A2AA-4363-84A4-AE0397A3F5DD}" dt="2026-07-14T07:35:29.189" v="329" actId="26606"/>
          <ac:spMkLst>
            <pc:docMk/>
            <pc:sldMk cId="877733908" sldId="271"/>
            <ac:spMk id="9" creationId="{311973C2-EB8B-452A-A698-4A252FD3AE28}"/>
          </ac:spMkLst>
        </pc:spChg>
        <pc:spChg chg="add del">
          <ac:chgData name="Johnny-A Corona" userId="b83dda48adc1f44b" providerId="LiveId" clId="{D514AD09-A2AA-4363-84A4-AE0397A3F5DD}" dt="2026-07-14T07:35:22.347" v="327" actId="26606"/>
          <ac:spMkLst>
            <pc:docMk/>
            <pc:sldMk cId="877733908" sldId="271"/>
            <ac:spMk id="10" creationId="{08CB54FC-0B2A-4107-9A70-958B90B76585}"/>
          </ac:spMkLst>
        </pc:spChg>
        <pc:spChg chg="add del">
          <ac:chgData name="Johnny-A Corona" userId="b83dda48adc1f44b" providerId="LiveId" clId="{D514AD09-A2AA-4363-84A4-AE0397A3F5DD}" dt="2026-07-14T07:35:29.189" v="329" actId="26606"/>
          <ac:spMkLst>
            <pc:docMk/>
            <pc:sldMk cId="877733908" sldId="271"/>
            <ac:spMk id="11" creationId="{10162E77-11AD-44A7-84EC-40C59EEFBD2E}"/>
          </ac:spMkLst>
        </pc:spChg>
        <pc:spChg chg="add del">
          <ac:chgData name="Johnny-A Corona" userId="b83dda48adc1f44b" providerId="LiveId" clId="{D514AD09-A2AA-4363-84A4-AE0397A3F5DD}" dt="2026-07-14T07:35:22.347" v="327" actId="26606"/>
          <ac:spMkLst>
            <pc:docMk/>
            <pc:sldMk cId="877733908" sldId="271"/>
            <ac:spMk id="14" creationId="{6587DBF8-5C50-4034-8B79-FE54A01A8E15}"/>
          </ac:spMkLst>
        </pc:spChg>
        <pc:spChg chg="add del">
          <ac:chgData name="Johnny-A Corona" userId="b83dda48adc1f44b" providerId="LiveId" clId="{D514AD09-A2AA-4363-84A4-AE0397A3F5DD}" dt="2026-07-14T07:35:32.203" v="331" actId="26606"/>
          <ac:spMkLst>
            <pc:docMk/>
            <pc:sldMk cId="877733908" sldId="271"/>
            <ac:spMk id="15" creationId="{08CB54FC-0B2A-4107-9A70-958B90B76585}"/>
          </ac:spMkLst>
        </pc:spChg>
        <pc:spChg chg="add del">
          <ac:chgData name="Johnny-A Corona" userId="b83dda48adc1f44b" providerId="LiveId" clId="{D514AD09-A2AA-4363-84A4-AE0397A3F5DD}" dt="2026-07-14T07:35:22.347" v="327" actId="26606"/>
          <ac:spMkLst>
            <pc:docMk/>
            <pc:sldMk cId="877733908" sldId="271"/>
            <ac:spMk id="16" creationId="{14720853-E885-4BE5-BFE2-24004CEF6952}"/>
          </ac:spMkLst>
        </pc:spChg>
        <pc:spChg chg="add del">
          <ac:chgData name="Johnny-A Corona" userId="b83dda48adc1f44b" providerId="LiveId" clId="{D514AD09-A2AA-4363-84A4-AE0397A3F5DD}" dt="2026-07-14T07:35:32.203" v="331" actId="26606"/>
          <ac:spMkLst>
            <pc:docMk/>
            <pc:sldMk cId="877733908" sldId="271"/>
            <ac:spMk id="19" creationId="{6587DBF8-5C50-4034-8B79-FE54A01A8E15}"/>
          </ac:spMkLst>
        </pc:spChg>
        <pc:spChg chg="add del">
          <ac:chgData name="Johnny-A Corona" userId="b83dda48adc1f44b" providerId="LiveId" clId="{D514AD09-A2AA-4363-84A4-AE0397A3F5DD}" dt="2026-07-14T07:35:32.203" v="331" actId="26606"/>
          <ac:spMkLst>
            <pc:docMk/>
            <pc:sldMk cId="877733908" sldId="271"/>
            <ac:spMk id="20" creationId="{14720853-E885-4BE5-BFE2-24004CEF6952}"/>
          </ac:spMkLst>
        </pc:spChg>
        <pc:spChg chg="add">
          <ac:chgData name="Johnny-A Corona" userId="b83dda48adc1f44b" providerId="LiveId" clId="{D514AD09-A2AA-4363-84A4-AE0397A3F5DD}" dt="2026-07-14T07:35:32.212" v="332" actId="26606"/>
          <ac:spMkLst>
            <pc:docMk/>
            <pc:sldMk cId="877733908" sldId="271"/>
            <ac:spMk id="22" creationId="{7AAC67C3-831B-4AB1-A259-DFB839CAFAFC}"/>
          </ac:spMkLst>
        </pc:spChg>
        <pc:spChg chg="add">
          <ac:chgData name="Johnny-A Corona" userId="b83dda48adc1f44b" providerId="LiveId" clId="{D514AD09-A2AA-4363-84A4-AE0397A3F5DD}" dt="2026-07-14T07:35:32.212" v="332" actId="26606"/>
          <ac:spMkLst>
            <pc:docMk/>
            <pc:sldMk cId="877733908" sldId="271"/>
            <ac:spMk id="23" creationId="{054B3F04-9EAC-45C0-B3CE-0387EEA10A0C}"/>
          </ac:spMkLst>
        </pc:spChg>
        <pc:picChg chg="add del">
          <ac:chgData name="Johnny-A Corona" userId="b83dda48adc1f44b" providerId="LiveId" clId="{D514AD09-A2AA-4363-84A4-AE0397A3F5DD}" dt="2026-07-14T07:35:29.189" v="329" actId="26606"/>
          <ac:picMkLst>
            <pc:docMk/>
            <pc:sldMk cId="877733908" sldId="271"/>
            <ac:picMk id="5" creationId="{57ED207B-73CA-2C3F-BBEF-5F101518B6DD}"/>
          </ac:picMkLst>
        </pc:picChg>
        <pc:picChg chg="add del">
          <ac:chgData name="Johnny-A Corona" userId="b83dda48adc1f44b" providerId="LiveId" clId="{D514AD09-A2AA-4363-84A4-AE0397A3F5DD}" dt="2026-07-14T07:35:22.347" v="327" actId="26606"/>
          <ac:picMkLst>
            <pc:docMk/>
            <pc:sldMk cId="877733908" sldId="271"/>
            <ac:picMk id="7" creationId="{A5EDDD24-E0D0-2861-B8F9-F58516B7DF9A}"/>
          </ac:picMkLst>
        </pc:picChg>
        <pc:picChg chg="add del">
          <ac:chgData name="Johnny-A Corona" userId="b83dda48adc1f44b" providerId="LiveId" clId="{D514AD09-A2AA-4363-84A4-AE0397A3F5DD}" dt="2026-07-14T07:35:32.203" v="331" actId="26606"/>
          <ac:picMkLst>
            <pc:docMk/>
            <pc:sldMk cId="877733908" sldId="271"/>
            <ac:picMk id="17" creationId="{A5EDDD24-E0D0-2861-B8F9-F58516B7DF9A}"/>
          </ac:picMkLst>
        </pc:picChg>
        <pc:cxnChg chg="add del">
          <ac:chgData name="Johnny-A Corona" userId="b83dda48adc1f44b" providerId="LiveId" clId="{D514AD09-A2AA-4363-84A4-AE0397A3F5DD}" dt="2026-07-14T07:35:22.347" v="327" actId="26606"/>
          <ac:cxnSpMkLst>
            <pc:docMk/>
            <pc:sldMk cId="877733908" sldId="271"/>
            <ac:cxnSpMk id="12" creationId="{7855A9B5-1710-4B19-B0F1-CDFDD4ED5B7E}"/>
          </ac:cxnSpMkLst>
        </pc:cxnChg>
        <pc:cxnChg chg="add del">
          <ac:chgData name="Johnny-A Corona" userId="b83dda48adc1f44b" providerId="LiveId" clId="{D514AD09-A2AA-4363-84A4-AE0397A3F5DD}" dt="2026-07-14T07:35:29.189" v="329" actId="26606"/>
          <ac:cxnSpMkLst>
            <pc:docMk/>
            <pc:sldMk cId="877733908" sldId="271"/>
            <ac:cxnSpMk id="13" creationId="{5AB158E9-1B40-4CD6-95F0-95CA11DF7B7A}"/>
          </ac:cxnSpMkLst>
        </pc:cxnChg>
        <pc:cxnChg chg="add del">
          <ac:chgData name="Johnny-A Corona" userId="b83dda48adc1f44b" providerId="LiveId" clId="{D514AD09-A2AA-4363-84A4-AE0397A3F5DD}" dt="2026-07-14T07:35:32.203" v="331" actId="26606"/>
          <ac:cxnSpMkLst>
            <pc:docMk/>
            <pc:sldMk cId="877733908" sldId="271"/>
            <ac:cxnSpMk id="18" creationId="{7855A9B5-1710-4B19-B0F1-CDFDD4ED5B7E}"/>
          </ac:cxnSpMkLst>
        </pc:cxnChg>
      </pc:sldChg>
      <pc:sldChg chg="add del">
        <pc:chgData name="Johnny-A Corona" userId="b83dda48adc1f44b" providerId="LiveId" clId="{D514AD09-A2AA-4363-84A4-AE0397A3F5DD}" dt="2026-07-14T07:23:58.296" v="182"/>
        <pc:sldMkLst>
          <pc:docMk/>
          <pc:sldMk cId="1860953016" sldId="271"/>
        </pc:sldMkLst>
      </pc:sldChg>
      <pc:sldChg chg="add del">
        <pc:chgData name="Johnny-A Corona" userId="b83dda48adc1f44b" providerId="LiveId" clId="{D514AD09-A2AA-4363-84A4-AE0397A3F5DD}" dt="2026-07-14T07:24:02.598" v="184"/>
        <pc:sldMkLst>
          <pc:docMk/>
          <pc:sldMk cId="4033777432" sldId="271"/>
        </pc:sldMkLst>
      </pc:sldChg>
      <pc:sldChg chg="addSp delSp modSp new mod setBg">
        <pc:chgData name="Johnny-A Corona" userId="b83dda48adc1f44b" providerId="LiveId" clId="{D514AD09-A2AA-4363-84A4-AE0397A3F5DD}" dt="2026-07-14T07:36:49.144" v="346" actId="1076"/>
        <pc:sldMkLst>
          <pc:docMk/>
          <pc:sldMk cId="4243596120" sldId="272"/>
        </pc:sldMkLst>
        <pc:spChg chg="mod">
          <ac:chgData name="Johnny-A Corona" userId="b83dda48adc1f44b" providerId="LiveId" clId="{D514AD09-A2AA-4363-84A4-AE0397A3F5DD}" dt="2026-07-14T07:36:32.049" v="344" actId="26606"/>
          <ac:spMkLst>
            <pc:docMk/>
            <pc:sldMk cId="4243596120" sldId="272"/>
            <ac:spMk id="2" creationId="{3A07C572-7149-D101-CBC8-F261DA37E72F}"/>
          </ac:spMkLst>
        </pc:spChg>
        <pc:spChg chg="del mod">
          <ac:chgData name="Johnny-A Corona" userId="b83dda48adc1f44b" providerId="LiveId" clId="{D514AD09-A2AA-4363-84A4-AE0397A3F5DD}" dt="2026-07-14T07:36:32.049" v="344" actId="26606"/>
          <ac:spMkLst>
            <pc:docMk/>
            <pc:sldMk cId="4243596120" sldId="272"/>
            <ac:spMk id="3" creationId="{9C0F52CF-302F-3D20-3E46-CB2975B70854}"/>
          </ac:spMkLst>
        </pc:spChg>
        <pc:spChg chg="add">
          <ac:chgData name="Johnny-A Corona" userId="b83dda48adc1f44b" providerId="LiveId" clId="{D514AD09-A2AA-4363-84A4-AE0397A3F5DD}" dt="2026-07-14T07:36:32.049" v="344" actId="26606"/>
          <ac:spMkLst>
            <pc:docMk/>
            <pc:sldMk cId="4243596120" sldId="272"/>
            <ac:spMk id="9" creationId="{EE1530B0-6F96-46C0-8B3E-3215CB756BE4}"/>
          </ac:spMkLst>
        </pc:spChg>
        <pc:spChg chg="add">
          <ac:chgData name="Johnny-A Corona" userId="b83dda48adc1f44b" providerId="LiveId" clId="{D514AD09-A2AA-4363-84A4-AE0397A3F5DD}" dt="2026-07-14T07:36:32.049" v="344" actId="26606"/>
          <ac:spMkLst>
            <pc:docMk/>
            <pc:sldMk cId="4243596120" sldId="272"/>
            <ac:spMk id="11" creationId="{754910CF-1B56-45D3-960A-E89F7B3B9131}"/>
          </ac:spMkLst>
        </pc:spChg>
        <pc:spChg chg="add">
          <ac:chgData name="Johnny-A Corona" userId="b83dda48adc1f44b" providerId="LiveId" clId="{D514AD09-A2AA-4363-84A4-AE0397A3F5DD}" dt="2026-07-14T07:36:32.049" v="344" actId="26606"/>
          <ac:spMkLst>
            <pc:docMk/>
            <pc:sldMk cId="4243596120" sldId="272"/>
            <ac:spMk id="13" creationId="{6669F804-A677-4B75-95F4-A5E4426FB774}"/>
          </ac:spMkLst>
        </pc:spChg>
        <pc:graphicFrameChg chg="add mod">
          <ac:chgData name="Johnny-A Corona" userId="b83dda48adc1f44b" providerId="LiveId" clId="{D514AD09-A2AA-4363-84A4-AE0397A3F5DD}" dt="2026-07-14T07:36:49.144" v="346" actId="1076"/>
          <ac:graphicFrameMkLst>
            <pc:docMk/>
            <pc:sldMk cId="4243596120" sldId="272"/>
            <ac:graphicFrameMk id="5" creationId="{11612B3B-FB3D-38BE-454C-E6477E11E81D}"/>
          </ac:graphicFrameMkLst>
        </pc:graphicFrameChg>
      </pc:sldChg>
      <pc:sldChg chg="addSp delSp modSp new mod setBg">
        <pc:chgData name="Johnny-A Corona" userId="b83dda48adc1f44b" providerId="LiveId" clId="{D514AD09-A2AA-4363-84A4-AE0397A3F5DD}" dt="2026-07-14T08:02:27.729" v="382" actId="255"/>
        <pc:sldMkLst>
          <pc:docMk/>
          <pc:sldMk cId="1759838668" sldId="273"/>
        </pc:sldMkLst>
        <pc:spChg chg="mod">
          <ac:chgData name="Johnny-A Corona" userId="b83dda48adc1f44b" providerId="LiveId" clId="{D514AD09-A2AA-4363-84A4-AE0397A3F5DD}" dt="2026-07-14T08:02:27.729" v="382" actId="255"/>
          <ac:spMkLst>
            <pc:docMk/>
            <pc:sldMk cId="1759838668" sldId="273"/>
            <ac:spMk id="2" creationId="{65887D9E-FC4A-A10B-483F-2670B39211A9}"/>
          </ac:spMkLst>
        </pc:spChg>
        <pc:spChg chg="add del mod">
          <ac:chgData name="Johnny-A Corona" userId="b83dda48adc1f44b" providerId="LiveId" clId="{D514AD09-A2AA-4363-84A4-AE0397A3F5DD}" dt="2026-07-14T08:02:20.494" v="380" actId="26606"/>
          <ac:spMkLst>
            <pc:docMk/>
            <pc:sldMk cId="1759838668" sldId="273"/>
            <ac:spMk id="3" creationId="{AEAC30E0-C08B-FFF3-62E6-61AACE258CF6}"/>
          </ac:spMkLst>
        </pc:spChg>
        <pc:graphicFrameChg chg="add del">
          <ac:chgData name="Johnny-A Corona" userId="b83dda48adc1f44b" providerId="LiveId" clId="{D514AD09-A2AA-4363-84A4-AE0397A3F5DD}" dt="2026-07-14T08:02:12.319" v="375" actId="26606"/>
          <ac:graphicFrameMkLst>
            <pc:docMk/>
            <pc:sldMk cId="1759838668" sldId="273"/>
            <ac:graphicFrameMk id="5" creationId="{86786480-61F3-8257-9397-8D625CBE380F}"/>
          </ac:graphicFrameMkLst>
        </pc:graphicFrameChg>
        <pc:graphicFrameChg chg="add del">
          <ac:chgData name="Johnny-A Corona" userId="b83dda48adc1f44b" providerId="LiveId" clId="{D514AD09-A2AA-4363-84A4-AE0397A3F5DD}" dt="2026-07-14T08:02:16.217" v="377" actId="26606"/>
          <ac:graphicFrameMkLst>
            <pc:docMk/>
            <pc:sldMk cId="1759838668" sldId="273"/>
            <ac:graphicFrameMk id="7" creationId="{884EA344-1717-5782-323E-BEED727DF1D1}"/>
          </ac:graphicFrameMkLst>
        </pc:graphicFrameChg>
        <pc:graphicFrameChg chg="add del">
          <ac:chgData name="Johnny-A Corona" userId="b83dda48adc1f44b" providerId="LiveId" clId="{D514AD09-A2AA-4363-84A4-AE0397A3F5DD}" dt="2026-07-14T08:02:20.460" v="379" actId="26606"/>
          <ac:graphicFrameMkLst>
            <pc:docMk/>
            <pc:sldMk cId="1759838668" sldId="273"/>
            <ac:graphicFrameMk id="9" creationId="{FAD81207-6AA5-93B6-DC87-CD15ADE3714A}"/>
          </ac:graphicFrameMkLst>
        </pc:graphicFrameChg>
        <pc:graphicFrameChg chg="add">
          <ac:chgData name="Johnny-A Corona" userId="b83dda48adc1f44b" providerId="LiveId" clId="{D514AD09-A2AA-4363-84A4-AE0397A3F5DD}" dt="2026-07-14T08:02:20.494" v="380" actId="26606"/>
          <ac:graphicFrameMkLst>
            <pc:docMk/>
            <pc:sldMk cId="1759838668" sldId="273"/>
            <ac:graphicFrameMk id="11" creationId="{A2C0045C-437E-4A87-96DF-2C6FCB4183A1}"/>
          </ac:graphicFrameMkLst>
        </pc:graphicFrameChg>
      </pc:sldChg>
      <pc:sldChg chg="new del">
        <pc:chgData name="Johnny-A Corona" userId="b83dda48adc1f44b" providerId="LiveId" clId="{D514AD09-A2AA-4363-84A4-AE0397A3F5DD}" dt="2026-07-14T09:59:55.528" v="394" actId="2696"/>
        <pc:sldMkLst>
          <pc:docMk/>
          <pc:sldMk cId="94486403" sldId="274"/>
        </pc:sldMkLst>
      </pc:sldChg>
      <pc:sldChg chg="modSp new del mod">
        <pc:chgData name="Johnny-A Corona" userId="b83dda48adc1f44b" providerId="LiveId" clId="{D514AD09-A2AA-4363-84A4-AE0397A3F5DD}" dt="2026-07-14T09:59:46.529" v="391" actId="2696"/>
        <pc:sldMkLst>
          <pc:docMk/>
          <pc:sldMk cId="2821170621" sldId="274"/>
        </pc:sldMkLst>
        <pc:spChg chg="mod">
          <ac:chgData name="Johnny-A Corona" userId="b83dda48adc1f44b" providerId="LiveId" clId="{D514AD09-A2AA-4363-84A4-AE0397A3F5DD}" dt="2026-07-14T09:59:36.605" v="390" actId="20577"/>
          <ac:spMkLst>
            <pc:docMk/>
            <pc:sldMk cId="2821170621" sldId="274"/>
            <ac:spMk id="3" creationId="{EB692C74-CE9F-AB42-AC83-E8566DBFF3E1}"/>
          </ac:spMkLst>
        </pc:spChg>
      </pc:sldChg>
      <pc:sldChg chg="addSp modSp add mod setBg">
        <pc:chgData name="Johnny-A Corona" userId="b83dda48adc1f44b" providerId="LiveId" clId="{D514AD09-A2AA-4363-84A4-AE0397A3F5DD}" dt="2026-07-14T10:00:26.996" v="396" actId="207"/>
        <pc:sldMkLst>
          <pc:docMk/>
          <pc:sldMk cId="2898972792" sldId="275"/>
        </pc:sldMkLst>
        <pc:spChg chg="mod ord">
          <ac:chgData name="Johnny-A Corona" userId="b83dda48adc1f44b" providerId="LiveId" clId="{D514AD09-A2AA-4363-84A4-AE0397A3F5DD}" dt="2026-07-14T10:00:18.434" v="395" actId="26606"/>
          <ac:spMkLst>
            <pc:docMk/>
            <pc:sldMk cId="2898972792" sldId="275"/>
            <ac:spMk id="2" creationId="{46B66293-F8ED-FC07-EB35-C5A26B35E67D}"/>
          </ac:spMkLst>
        </pc:spChg>
        <pc:spChg chg="mod">
          <ac:chgData name="Johnny-A Corona" userId="b83dda48adc1f44b" providerId="LiveId" clId="{D514AD09-A2AA-4363-84A4-AE0397A3F5DD}" dt="2026-07-14T10:00:26.996" v="396" actId="207"/>
          <ac:spMkLst>
            <pc:docMk/>
            <pc:sldMk cId="2898972792" sldId="275"/>
            <ac:spMk id="3" creationId="{EB692C74-CE9F-AB42-AC83-E8566DBFF3E1}"/>
          </ac:spMkLst>
        </pc:spChg>
        <pc:spChg chg="add">
          <ac:chgData name="Johnny-A Corona" userId="b83dda48adc1f44b" providerId="LiveId" clId="{D514AD09-A2AA-4363-84A4-AE0397A3F5DD}" dt="2026-07-14T10:00:18.434" v="395" actId="26606"/>
          <ac:spMkLst>
            <pc:docMk/>
            <pc:sldMk cId="2898972792" sldId="275"/>
            <ac:spMk id="8" creationId="{3558DB37-9FEE-48A2-8578-ED0401573943}"/>
          </ac:spMkLst>
        </pc:spChg>
        <pc:spChg chg="add">
          <ac:chgData name="Johnny-A Corona" userId="b83dda48adc1f44b" providerId="LiveId" clId="{D514AD09-A2AA-4363-84A4-AE0397A3F5DD}" dt="2026-07-14T10:00:18.434" v="395" actId="26606"/>
          <ac:spMkLst>
            <pc:docMk/>
            <pc:sldMk cId="2898972792" sldId="275"/>
            <ac:spMk id="10" creationId="{5F7FCCA6-00E2-4F74-A105-0D769872F243}"/>
          </ac:spMkLst>
        </pc:spChg>
        <pc:spChg chg="add">
          <ac:chgData name="Johnny-A Corona" userId="b83dda48adc1f44b" providerId="LiveId" clId="{D514AD09-A2AA-4363-84A4-AE0397A3F5DD}" dt="2026-07-14T10:00:18.434" v="395" actId="26606"/>
          <ac:spMkLst>
            <pc:docMk/>
            <pc:sldMk cId="2898972792" sldId="275"/>
            <ac:spMk id="12" creationId="{5E1ED12F-9F06-4B37-87B7-F98F52937F86}"/>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6C7806-FD6D-408A-8506-CD21B12B22B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2753C6C-196E-470F-A692-15633979DCB6}">
      <dgm:prSet/>
      <dgm:spPr/>
      <dgm:t>
        <a:bodyPr/>
        <a:lstStyle/>
        <a:p>
          <a:r>
            <a:rPr lang="en-US" dirty="0"/>
            <a:t>The analysis revealed that annual members primarily use bicycles for their daily commutes. This conclusion is supported by hourly usage patterns, which show peak demand during typical commuting times.</a:t>
          </a:r>
        </a:p>
      </dgm:t>
    </dgm:pt>
    <dgm:pt modelId="{F431A4C4-A80D-4A58-ACD3-7101F87CB657}" type="parTrans" cxnId="{3B9A2F7B-0F30-43CE-814F-3BC8B846D4BD}">
      <dgm:prSet/>
      <dgm:spPr/>
      <dgm:t>
        <a:bodyPr/>
        <a:lstStyle/>
        <a:p>
          <a:endParaRPr lang="en-US"/>
        </a:p>
      </dgm:t>
    </dgm:pt>
    <dgm:pt modelId="{7226DB5A-0F7E-43F0-9027-BFB9B245B89C}" type="sibTrans" cxnId="{3B9A2F7B-0F30-43CE-814F-3BC8B846D4BD}">
      <dgm:prSet/>
      <dgm:spPr/>
      <dgm:t>
        <a:bodyPr/>
        <a:lstStyle/>
        <a:p>
          <a:endParaRPr lang="en-US"/>
        </a:p>
      </dgm:t>
    </dgm:pt>
    <dgm:pt modelId="{7DCAEAD1-D80D-40B3-977C-BBA581DBB542}">
      <dgm:prSet/>
      <dgm:spPr/>
      <dgm:t>
        <a:bodyPr/>
        <a:lstStyle/>
        <a:p>
          <a:r>
            <a:rPr lang="en-US"/>
            <a:t>On the other hand, casual riders primarily use the service for recreational purposes. The graphs show a significant increase in usage during weekends and the summer season, suggesting a connection to leisure activities and vacations.</a:t>
          </a:r>
        </a:p>
      </dgm:t>
    </dgm:pt>
    <dgm:pt modelId="{E41A5E32-7E53-4E65-89CD-7A98246E79E4}" type="parTrans" cxnId="{6322E2B4-D991-498B-947F-84CAC20323CA}">
      <dgm:prSet/>
      <dgm:spPr/>
      <dgm:t>
        <a:bodyPr/>
        <a:lstStyle/>
        <a:p>
          <a:endParaRPr lang="en-US"/>
        </a:p>
      </dgm:t>
    </dgm:pt>
    <dgm:pt modelId="{14FA73CE-338A-4252-8C20-F0FFF8A80CAC}" type="sibTrans" cxnId="{6322E2B4-D991-498B-947F-84CAC20323CA}">
      <dgm:prSet/>
      <dgm:spPr/>
      <dgm:t>
        <a:bodyPr/>
        <a:lstStyle/>
        <a:p>
          <a:endParaRPr lang="en-US"/>
        </a:p>
      </dgm:t>
    </dgm:pt>
    <dgm:pt modelId="{599DDBEB-14A9-4488-9B4A-28AE71427829}">
      <dgm:prSet/>
      <dgm:spPr/>
      <dgm:t>
        <a:bodyPr/>
        <a:lstStyle/>
        <a:p>
          <a:r>
            <a:rPr lang="en-US"/>
            <a:t>These behavioral differences present an opportunity to develop targeted marketing campaigns, offering promotions and benefits</a:t>
          </a:r>
          <a:r>
            <a:rPr lang="en-US" b="1"/>
            <a:t> aimed at casual users to encourage them to become annual members.</a:t>
          </a:r>
          <a:endParaRPr lang="en-US"/>
        </a:p>
      </dgm:t>
    </dgm:pt>
    <dgm:pt modelId="{D62907CF-244D-426F-B407-0712879DFB87}" type="parTrans" cxnId="{46EC9B59-0661-4395-BFE1-2C05A1AF1D09}">
      <dgm:prSet/>
      <dgm:spPr/>
      <dgm:t>
        <a:bodyPr/>
        <a:lstStyle/>
        <a:p>
          <a:endParaRPr lang="en-US"/>
        </a:p>
      </dgm:t>
    </dgm:pt>
    <dgm:pt modelId="{ACBAAD0C-6397-4B75-BAFD-1B843EA31992}" type="sibTrans" cxnId="{46EC9B59-0661-4395-BFE1-2C05A1AF1D09}">
      <dgm:prSet/>
      <dgm:spPr/>
      <dgm:t>
        <a:bodyPr/>
        <a:lstStyle/>
        <a:p>
          <a:endParaRPr lang="en-US"/>
        </a:p>
      </dgm:t>
    </dgm:pt>
    <dgm:pt modelId="{D22F5616-A6E9-42D4-A8F7-3A442178AB28}" type="pres">
      <dgm:prSet presAssocID="{CE6C7806-FD6D-408A-8506-CD21B12B22B7}" presName="linear" presStyleCnt="0">
        <dgm:presLayoutVars>
          <dgm:animLvl val="lvl"/>
          <dgm:resizeHandles val="exact"/>
        </dgm:presLayoutVars>
      </dgm:prSet>
      <dgm:spPr/>
    </dgm:pt>
    <dgm:pt modelId="{015FCF66-D4B5-4FEB-B892-61DB8ECF3FD8}" type="pres">
      <dgm:prSet presAssocID="{22753C6C-196E-470F-A692-15633979DCB6}" presName="parentText" presStyleLbl="node1" presStyleIdx="0" presStyleCnt="3">
        <dgm:presLayoutVars>
          <dgm:chMax val="0"/>
          <dgm:bulletEnabled val="1"/>
        </dgm:presLayoutVars>
      </dgm:prSet>
      <dgm:spPr/>
    </dgm:pt>
    <dgm:pt modelId="{50C01E1B-EF1F-4D65-8D71-5A9149E99662}" type="pres">
      <dgm:prSet presAssocID="{7226DB5A-0F7E-43F0-9027-BFB9B245B89C}" presName="spacer" presStyleCnt="0"/>
      <dgm:spPr/>
    </dgm:pt>
    <dgm:pt modelId="{A95D3090-9AE3-4C01-A88B-3E22A549E058}" type="pres">
      <dgm:prSet presAssocID="{7DCAEAD1-D80D-40B3-977C-BBA581DBB542}" presName="parentText" presStyleLbl="node1" presStyleIdx="1" presStyleCnt="3">
        <dgm:presLayoutVars>
          <dgm:chMax val="0"/>
          <dgm:bulletEnabled val="1"/>
        </dgm:presLayoutVars>
      </dgm:prSet>
      <dgm:spPr/>
    </dgm:pt>
    <dgm:pt modelId="{C302D2DA-7A6D-4C78-AEFE-9FF304DAFCE3}" type="pres">
      <dgm:prSet presAssocID="{14FA73CE-338A-4252-8C20-F0FFF8A80CAC}" presName="spacer" presStyleCnt="0"/>
      <dgm:spPr/>
    </dgm:pt>
    <dgm:pt modelId="{C35E2735-4CBA-4481-A20F-3706E0136108}" type="pres">
      <dgm:prSet presAssocID="{599DDBEB-14A9-4488-9B4A-28AE71427829}" presName="parentText" presStyleLbl="node1" presStyleIdx="2" presStyleCnt="3">
        <dgm:presLayoutVars>
          <dgm:chMax val="0"/>
          <dgm:bulletEnabled val="1"/>
        </dgm:presLayoutVars>
      </dgm:prSet>
      <dgm:spPr/>
    </dgm:pt>
  </dgm:ptLst>
  <dgm:cxnLst>
    <dgm:cxn modelId="{46EC9B59-0661-4395-BFE1-2C05A1AF1D09}" srcId="{CE6C7806-FD6D-408A-8506-CD21B12B22B7}" destId="{599DDBEB-14A9-4488-9B4A-28AE71427829}" srcOrd="2" destOrd="0" parTransId="{D62907CF-244D-426F-B407-0712879DFB87}" sibTransId="{ACBAAD0C-6397-4B75-BAFD-1B843EA31992}"/>
    <dgm:cxn modelId="{3B9A2F7B-0F30-43CE-814F-3BC8B846D4BD}" srcId="{CE6C7806-FD6D-408A-8506-CD21B12B22B7}" destId="{22753C6C-196E-470F-A692-15633979DCB6}" srcOrd="0" destOrd="0" parTransId="{F431A4C4-A80D-4A58-ACD3-7101F87CB657}" sibTransId="{7226DB5A-0F7E-43F0-9027-BFB9B245B89C}"/>
    <dgm:cxn modelId="{D8195589-AD29-4F6C-9567-4CF8ECBD04AC}" type="presOf" srcId="{599DDBEB-14A9-4488-9B4A-28AE71427829}" destId="{C35E2735-4CBA-4481-A20F-3706E0136108}" srcOrd="0" destOrd="0" presId="urn:microsoft.com/office/officeart/2005/8/layout/vList2"/>
    <dgm:cxn modelId="{DF64928B-F184-4FED-83A1-333864E71FE1}" type="presOf" srcId="{22753C6C-196E-470F-A692-15633979DCB6}" destId="{015FCF66-D4B5-4FEB-B892-61DB8ECF3FD8}" srcOrd="0" destOrd="0" presId="urn:microsoft.com/office/officeart/2005/8/layout/vList2"/>
    <dgm:cxn modelId="{B2EC7990-5E8A-46BD-8003-AB3FC2001476}" type="presOf" srcId="{7DCAEAD1-D80D-40B3-977C-BBA581DBB542}" destId="{A95D3090-9AE3-4C01-A88B-3E22A549E058}" srcOrd="0" destOrd="0" presId="urn:microsoft.com/office/officeart/2005/8/layout/vList2"/>
    <dgm:cxn modelId="{7AFB1AAF-0836-4671-9DC5-6AEB08328A3B}" type="presOf" srcId="{CE6C7806-FD6D-408A-8506-CD21B12B22B7}" destId="{D22F5616-A6E9-42D4-A8F7-3A442178AB28}" srcOrd="0" destOrd="0" presId="urn:microsoft.com/office/officeart/2005/8/layout/vList2"/>
    <dgm:cxn modelId="{6322E2B4-D991-498B-947F-84CAC20323CA}" srcId="{CE6C7806-FD6D-408A-8506-CD21B12B22B7}" destId="{7DCAEAD1-D80D-40B3-977C-BBA581DBB542}" srcOrd="1" destOrd="0" parTransId="{E41A5E32-7E53-4E65-89CD-7A98246E79E4}" sibTransId="{14FA73CE-338A-4252-8C20-F0FFF8A80CAC}"/>
    <dgm:cxn modelId="{112CC2BE-DA00-48B0-B730-DFD0B8014056}" type="presParOf" srcId="{D22F5616-A6E9-42D4-A8F7-3A442178AB28}" destId="{015FCF66-D4B5-4FEB-B892-61DB8ECF3FD8}" srcOrd="0" destOrd="0" presId="urn:microsoft.com/office/officeart/2005/8/layout/vList2"/>
    <dgm:cxn modelId="{E84E6AC4-6053-4450-BB8D-E1823DEA9290}" type="presParOf" srcId="{D22F5616-A6E9-42D4-A8F7-3A442178AB28}" destId="{50C01E1B-EF1F-4D65-8D71-5A9149E99662}" srcOrd="1" destOrd="0" presId="urn:microsoft.com/office/officeart/2005/8/layout/vList2"/>
    <dgm:cxn modelId="{7528200D-33C0-447F-BA54-A01976E4D172}" type="presParOf" srcId="{D22F5616-A6E9-42D4-A8F7-3A442178AB28}" destId="{A95D3090-9AE3-4C01-A88B-3E22A549E058}" srcOrd="2" destOrd="0" presId="urn:microsoft.com/office/officeart/2005/8/layout/vList2"/>
    <dgm:cxn modelId="{50124AB8-6D5A-44D5-9909-96D0F2EBA511}" type="presParOf" srcId="{D22F5616-A6E9-42D4-A8F7-3A442178AB28}" destId="{C302D2DA-7A6D-4C78-AEFE-9FF304DAFCE3}" srcOrd="3" destOrd="0" presId="urn:microsoft.com/office/officeart/2005/8/layout/vList2"/>
    <dgm:cxn modelId="{377D5E44-E3AC-49AD-8F96-64AC3FFC8820}" type="presParOf" srcId="{D22F5616-A6E9-42D4-A8F7-3A442178AB28}" destId="{C35E2735-4CBA-4481-A20F-3706E0136108}"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F36C6E-65A4-4DF0-91B0-058BD14B4359}"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10204A57-8BE3-4BEF-BA88-0A3AD9184218}">
      <dgm:prSet/>
      <dgm:spPr/>
      <dgm:t>
        <a:bodyPr/>
        <a:lstStyle/>
        <a:p>
          <a:r>
            <a:rPr lang="es-ES"/>
            <a:t>Cyclistic has two customer segments: </a:t>
          </a:r>
          <a:r>
            <a:rPr lang="es-ES" b="1"/>
            <a:t>annual members</a:t>
          </a:r>
          <a:r>
            <a:rPr lang="es-ES"/>
            <a:t> and </a:t>
          </a:r>
          <a:r>
            <a:rPr lang="es-ES" b="1"/>
            <a:t>casual riders</a:t>
          </a:r>
          <a:r>
            <a:rPr lang="es-ES"/>
            <a:t>. At first glance, both groups use the same bike-sharing service; however, the data analysis reveals that their riding behaviors are significantly different.</a:t>
          </a:r>
          <a:endParaRPr lang="en-US"/>
        </a:p>
      </dgm:t>
    </dgm:pt>
    <dgm:pt modelId="{7A59C0D8-BABC-409B-B7F5-ED84B1742B79}" type="parTrans" cxnId="{C1147963-68A7-4364-B64C-6A9389DA5297}">
      <dgm:prSet/>
      <dgm:spPr/>
      <dgm:t>
        <a:bodyPr/>
        <a:lstStyle/>
        <a:p>
          <a:endParaRPr lang="en-US"/>
        </a:p>
      </dgm:t>
    </dgm:pt>
    <dgm:pt modelId="{BF2F2476-1107-4036-8185-FE14E5A416F2}" type="sibTrans" cxnId="{C1147963-68A7-4364-B64C-6A9389DA5297}">
      <dgm:prSet/>
      <dgm:spPr/>
      <dgm:t>
        <a:bodyPr/>
        <a:lstStyle/>
        <a:p>
          <a:endParaRPr lang="en-US"/>
        </a:p>
      </dgm:t>
    </dgm:pt>
    <dgm:pt modelId="{896F9E3B-DD89-4A09-BE16-797BC20BF9BA}">
      <dgm:prSet/>
      <dgm:spPr/>
      <dgm:t>
        <a:bodyPr/>
        <a:lstStyle/>
        <a:p>
          <a:r>
            <a:rPr lang="es-ES"/>
            <a:t>The results highlight key differences in ride duration, seasonality, preferred days of the week, and peak riding hours. These patterns indicate that each customer segment uses the service for different purposes, providing valuable insights into their mobility habits and needs.</a:t>
          </a:r>
          <a:endParaRPr lang="en-US"/>
        </a:p>
      </dgm:t>
    </dgm:pt>
    <dgm:pt modelId="{B4EE459A-326A-4903-B2F7-8086641EABC5}" type="parTrans" cxnId="{E98B02D3-0F0C-4C99-AF7E-FAF67190E2D5}">
      <dgm:prSet/>
      <dgm:spPr/>
      <dgm:t>
        <a:bodyPr/>
        <a:lstStyle/>
        <a:p>
          <a:endParaRPr lang="en-US"/>
        </a:p>
      </dgm:t>
    </dgm:pt>
    <dgm:pt modelId="{DE3ADE33-E5BF-4DB2-A768-871441ECEE28}" type="sibTrans" cxnId="{E98B02D3-0F0C-4C99-AF7E-FAF67190E2D5}">
      <dgm:prSet/>
      <dgm:spPr/>
      <dgm:t>
        <a:bodyPr/>
        <a:lstStyle/>
        <a:p>
          <a:endParaRPr lang="en-US"/>
        </a:p>
      </dgm:t>
    </dgm:pt>
    <dgm:pt modelId="{0A745543-8235-4FD7-A8B0-5BB551D00D36}">
      <dgm:prSet/>
      <dgm:spPr/>
      <dgm:t>
        <a:bodyPr/>
        <a:lstStyle/>
        <a:p>
          <a:r>
            <a:rPr lang="es-ES"/>
            <a:t>These behavioral differences represent an opportunity to develop more targeted and personalized marketing strategies aimed at converting casual riders into annual members. However, to evaluate the effectiveness of these strategies, it will be essential to continuously monitor their performance and measure their impact over time.</a:t>
          </a:r>
          <a:endParaRPr lang="en-US"/>
        </a:p>
      </dgm:t>
    </dgm:pt>
    <dgm:pt modelId="{9B86B73F-3A00-4AFF-ACE7-A39EF4A36E2C}" type="parTrans" cxnId="{21C5EB3E-678C-4EB2-BCE0-3A9C34490E92}">
      <dgm:prSet/>
      <dgm:spPr/>
      <dgm:t>
        <a:bodyPr/>
        <a:lstStyle/>
        <a:p>
          <a:endParaRPr lang="en-US"/>
        </a:p>
      </dgm:t>
    </dgm:pt>
    <dgm:pt modelId="{FAB5AD45-6CB3-4F64-BA9D-8D593D13B1FE}" type="sibTrans" cxnId="{21C5EB3E-678C-4EB2-BCE0-3A9C34490E92}">
      <dgm:prSet/>
      <dgm:spPr/>
      <dgm:t>
        <a:bodyPr/>
        <a:lstStyle/>
        <a:p>
          <a:endParaRPr lang="en-US"/>
        </a:p>
      </dgm:t>
    </dgm:pt>
    <dgm:pt modelId="{84B76E33-47B8-4459-81A4-3D05278BD6BC}">
      <dgm:prSet/>
      <dgm:spPr/>
      <dgm:t>
        <a:bodyPr/>
        <a:lstStyle/>
        <a:p>
          <a:r>
            <a:rPr lang="es-ES"/>
            <a:t>The analysis provided a solid, data-driven foundation for identifying the key behavioral differences between both customer segments. These insights will support future business decisions and help Cyclistic implement strategies focused on increasing annual memberships and driving long-term business growth.</a:t>
          </a:r>
          <a:endParaRPr lang="en-US"/>
        </a:p>
      </dgm:t>
    </dgm:pt>
    <dgm:pt modelId="{13806230-18DB-49E5-98E1-380A8C0F9229}" type="parTrans" cxnId="{FEC286DE-1CA1-44C3-8097-930C1EB88F8B}">
      <dgm:prSet/>
      <dgm:spPr/>
      <dgm:t>
        <a:bodyPr/>
        <a:lstStyle/>
        <a:p>
          <a:endParaRPr lang="en-US"/>
        </a:p>
      </dgm:t>
    </dgm:pt>
    <dgm:pt modelId="{75D0E054-8AD2-4DC1-B6E3-146636562B62}" type="sibTrans" cxnId="{FEC286DE-1CA1-44C3-8097-930C1EB88F8B}">
      <dgm:prSet/>
      <dgm:spPr/>
      <dgm:t>
        <a:bodyPr/>
        <a:lstStyle/>
        <a:p>
          <a:endParaRPr lang="en-US"/>
        </a:p>
      </dgm:t>
    </dgm:pt>
    <dgm:pt modelId="{21092831-DF1A-4CF0-9375-4728C5C011BB}" type="pres">
      <dgm:prSet presAssocID="{E9F36C6E-65A4-4DF0-91B0-058BD14B4359}" presName="root" presStyleCnt="0">
        <dgm:presLayoutVars>
          <dgm:dir/>
          <dgm:resizeHandles val="exact"/>
        </dgm:presLayoutVars>
      </dgm:prSet>
      <dgm:spPr/>
    </dgm:pt>
    <dgm:pt modelId="{90B697C6-D151-4F2F-A033-7FC1FAD76CE7}" type="pres">
      <dgm:prSet presAssocID="{10204A57-8BE3-4BEF-BA88-0A3AD9184218}" presName="compNode" presStyleCnt="0"/>
      <dgm:spPr/>
    </dgm:pt>
    <dgm:pt modelId="{D88C07C7-D815-4F22-85D2-4A6AF43467B5}" type="pres">
      <dgm:prSet presAssocID="{10204A57-8BE3-4BEF-BA88-0A3AD9184218}" presName="bgRect" presStyleLbl="bgShp" presStyleIdx="0" presStyleCnt="4"/>
      <dgm:spPr/>
    </dgm:pt>
    <dgm:pt modelId="{7E968A13-77D0-406F-87ED-B0FB7DEB0FD6}" type="pres">
      <dgm:prSet presAssocID="{10204A57-8BE3-4BEF-BA88-0A3AD9184218}"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clismo"/>
        </a:ext>
      </dgm:extLst>
    </dgm:pt>
    <dgm:pt modelId="{1E2713B9-2133-4400-9E42-238620547761}" type="pres">
      <dgm:prSet presAssocID="{10204A57-8BE3-4BEF-BA88-0A3AD9184218}" presName="spaceRect" presStyleCnt="0"/>
      <dgm:spPr/>
    </dgm:pt>
    <dgm:pt modelId="{7BD83D41-6BE6-4076-8179-47E8FBA2D5D5}" type="pres">
      <dgm:prSet presAssocID="{10204A57-8BE3-4BEF-BA88-0A3AD9184218}" presName="parTx" presStyleLbl="revTx" presStyleIdx="0" presStyleCnt="4">
        <dgm:presLayoutVars>
          <dgm:chMax val="0"/>
          <dgm:chPref val="0"/>
        </dgm:presLayoutVars>
      </dgm:prSet>
      <dgm:spPr/>
    </dgm:pt>
    <dgm:pt modelId="{CD14B488-AE66-49EF-A95F-4CBDF9A847BA}" type="pres">
      <dgm:prSet presAssocID="{BF2F2476-1107-4036-8185-FE14E5A416F2}" presName="sibTrans" presStyleCnt="0"/>
      <dgm:spPr/>
    </dgm:pt>
    <dgm:pt modelId="{603E87FE-4A88-450F-9A19-C96BFF5987B6}" type="pres">
      <dgm:prSet presAssocID="{896F9E3B-DD89-4A09-BE16-797BC20BF9BA}" presName="compNode" presStyleCnt="0"/>
      <dgm:spPr/>
    </dgm:pt>
    <dgm:pt modelId="{FA802932-C1A6-4497-9FA7-D460540A1E86}" type="pres">
      <dgm:prSet presAssocID="{896F9E3B-DD89-4A09-BE16-797BC20BF9BA}" presName="bgRect" presStyleLbl="bgShp" presStyleIdx="1" presStyleCnt="4"/>
      <dgm:spPr/>
    </dgm:pt>
    <dgm:pt modelId="{BCA58A0F-57C1-4B0D-96E3-CDC3F4EDC303}" type="pres">
      <dgm:prSet presAssocID="{896F9E3B-DD89-4A09-BE16-797BC20BF9BA}"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tocicleta"/>
        </a:ext>
      </dgm:extLst>
    </dgm:pt>
    <dgm:pt modelId="{51656926-A62F-4682-BC8B-A1DC16B60041}" type="pres">
      <dgm:prSet presAssocID="{896F9E3B-DD89-4A09-BE16-797BC20BF9BA}" presName="spaceRect" presStyleCnt="0"/>
      <dgm:spPr/>
    </dgm:pt>
    <dgm:pt modelId="{90D3DB61-DEC8-4A4D-8B2B-694A923C566D}" type="pres">
      <dgm:prSet presAssocID="{896F9E3B-DD89-4A09-BE16-797BC20BF9BA}" presName="parTx" presStyleLbl="revTx" presStyleIdx="1" presStyleCnt="4">
        <dgm:presLayoutVars>
          <dgm:chMax val="0"/>
          <dgm:chPref val="0"/>
        </dgm:presLayoutVars>
      </dgm:prSet>
      <dgm:spPr/>
    </dgm:pt>
    <dgm:pt modelId="{3927CD5A-4254-4DDB-9A11-83C642556BD1}" type="pres">
      <dgm:prSet presAssocID="{DE3ADE33-E5BF-4DB2-A768-871441ECEE28}" presName="sibTrans" presStyleCnt="0"/>
      <dgm:spPr/>
    </dgm:pt>
    <dgm:pt modelId="{DF67269A-4116-4EC7-B5E1-3162C83AA83D}" type="pres">
      <dgm:prSet presAssocID="{0A745543-8235-4FD7-A8B0-5BB551D00D36}" presName="compNode" presStyleCnt="0"/>
      <dgm:spPr/>
    </dgm:pt>
    <dgm:pt modelId="{5526D885-1A2F-460B-B10D-8BB569825EA9}" type="pres">
      <dgm:prSet presAssocID="{0A745543-8235-4FD7-A8B0-5BB551D00D36}" presName="bgRect" presStyleLbl="bgShp" presStyleIdx="2" presStyleCnt="4"/>
      <dgm:spPr/>
    </dgm:pt>
    <dgm:pt modelId="{0AE88321-D8B2-4B32-BE04-F3C332B95EDE}" type="pres">
      <dgm:prSet presAssocID="{0A745543-8235-4FD7-A8B0-5BB551D00D36}"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Caballo"/>
        </a:ext>
      </dgm:extLst>
    </dgm:pt>
    <dgm:pt modelId="{DD8AFFAB-80C4-469C-BE43-C2813B9C03D2}" type="pres">
      <dgm:prSet presAssocID="{0A745543-8235-4FD7-A8B0-5BB551D00D36}" presName="spaceRect" presStyleCnt="0"/>
      <dgm:spPr/>
    </dgm:pt>
    <dgm:pt modelId="{FB017345-F6B0-40C5-9B2E-658C0E2FA140}" type="pres">
      <dgm:prSet presAssocID="{0A745543-8235-4FD7-A8B0-5BB551D00D36}" presName="parTx" presStyleLbl="revTx" presStyleIdx="2" presStyleCnt="4">
        <dgm:presLayoutVars>
          <dgm:chMax val="0"/>
          <dgm:chPref val="0"/>
        </dgm:presLayoutVars>
      </dgm:prSet>
      <dgm:spPr/>
    </dgm:pt>
    <dgm:pt modelId="{664923B8-0E17-42D0-AFE0-D6378EDFC46F}" type="pres">
      <dgm:prSet presAssocID="{FAB5AD45-6CB3-4F64-BA9D-8D593D13B1FE}" presName="sibTrans" presStyleCnt="0"/>
      <dgm:spPr/>
    </dgm:pt>
    <dgm:pt modelId="{A6C2BE7B-BE0A-4C2C-BFE6-46DCA45F373B}" type="pres">
      <dgm:prSet presAssocID="{84B76E33-47B8-4459-81A4-3D05278BD6BC}" presName="compNode" presStyleCnt="0"/>
      <dgm:spPr/>
    </dgm:pt>
    <dgm:pt modelId="{BCEC7FDD-C6BB-4425-8D6B-6AAD88B48FCA}" type="pres">
      <dgm:prSet presAssocID="{84B76E33-47B8-4459-81A4-3D05278BD6BC}" presName="bgRect" presStyleLbl="bgShp" presStyleIdx="3" presStyleCnt="4"/>
      <dgm:spPr/>
    </dgm:pt>
    <dgm:pt modelId="{9E0BF292-A48F-4221-98A0-81FCF35353B6}" type="pres">
      <dgm:prSet presAssocID="{84B76E33-47B8-4459-81A4-3D05278BD6B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ve"/>
        </a:ext>
      </dgm:extLst>
    </dgm:pt>
    <dgm:pt modelId="{76740AE7-0E7E-4C7B-A292-47AC2CF12D97}" type="pres">
      <dgm:prSet presAssocID="{84B76E33-47B8-4459-81A4-3D05278BD6BC}" presName="spaceRect" presStyleCnt="0"/>
      <dgm:spPr/>
    </dgm:pt>
    <dgm:pt modelId="{87CB337A-CDF6-4045-BAA0-C94548E8934B}" type="pres">
      <dgm:prSet presAssocID="{84B76E33-47B8-4459-81A4-3D05278BD6BC}" presName="parTx" presStyleLbl="revTx" presStyleIdx="3" presStyleCnt="4">
        <dgm:presLayoutVars>
          <dgm:chMax val="0"/>
          <dgm:chPref val="0"/>
        </dgm:presLayoutVars>
      </dgm:prSet>
      <dgm:spPr/>
    </dgm:pt>
  </dgm:ptLst>
  <dgm:cxnLst>
    <dgm:cxn modelId="{21C5EB3E-678C-4EB2-BCE0-3A9C34490E92}" srcId="{E9F36C6E-65A4-4DF0-91B0-058BD14B4359}" destId="{0A745543-8235-4FD7-A8B0-5BB551D00D36}" srcOrd="2" destOrd="0" parTransId="{9B86B73F-3A00-4AFF-ACE7-A39EF4A36E2C}" sibTransId="{FAB5AD45-6CB3-4F64-BA9D-8D593D13B1FE}"/>
    <dgm:cxn modelId="{C1147963-68A7-4364-B64C-6A9389DA5297}" srcId="{E9F36C6E-65A4-4DF0-91B0-058BD14B4359}" destId="{10204A57-8BE3-4BEF-BA88-0A3AD9184218}" srcOrd="0" destOrd="0" parTransId="{7A59C0D8-BABC-409B-B7F5-ED84B1742B79}" sibTransId="{BF2F2476-1107-4036-8185-FE14E5A416F2}"/>
    <dgm:cxn modelId="{8E74DB4A-6190-47D0-80DB-0D52E2708166}" type="presOf" srcId="{84B76E33-47B8-4459-81A4-3D05278BD6BC}" destId="{87CB337A-CDF6-4045-BAA0-C94548E8934B}" srcOrd="0" destOrd="0" presId="urn:microsoft.com/office/officeart/2018/2/layout/IconVerticalSolidList"/>
    <dgm:cxn modelId="{FC67667F-8B0B-44FB-B831-6CA55AD3A696}" type="presOf" srcId="{10204A57-8BE3-4BEF-BA88-0A3AD9184218}" destId="{7BD83D41-6BE6-4076-8179-47E8FBA2D5D5}" srcOrd="0" destOrd="0" presId="urn:microsoft.com/office/officeart/2018/2/layout/IconVerticalSolidList"/>
    <dgm:cxn modelId="{C8FEBA85-D37D-4065-89C6-786C67A875DC}" type="presOf" srcId="{E9F36C6E-65A4-4DF0-91B0-058BD14B4359}" destId="{21092831-DF1A-4CF0-9375-4728C5C011BB}" srcOrd="0" destOrd="0" presId="urn:microsoft.com/office/officeart/2018/2/layout/IconVerticalSolidList"/>
    <dgm:cxn modelId="{6136C897-6882-48D4-81D4-2E68DD29AAB4}" type="presOf" srcId="{0A745543-8235-4FD7-A8B0-5BB551D00D36}" destId="{FB017345-F6B0-40C5-9B2E-658C0E2FA140}" srcOrd="0" destOrd="0" presId="urn:microsoft.com/office/officeart/2018/2/layout/IconVerticalSolidList"/>
    <dgm:cxn modelId="{E98B02D3-0F0C-4C99-AF7E-FAF67190E2D5}" srcId="{E9F36C6E-65A4-4DF0-91B0-058BD14B4359}" destId="{896F9E3B-DD89-4A09-BE16-797BC20BF9BA}" srcOrd="1" destOrd="0" parTransId="{B4EE459A-326A-4903-B2F7-8086641EABC5}" sibTransId="{DE3ADE33-E5BF-4DB2-A768-871441ECEE28}"/>
    <dgm:cxn modelId="{FEC286DE-1CA1-44C3-8097-930C1EB88F8B}" srcId="{E9F36C6E-65A4-4DF0-91B0-058BD14B4359}" destId="{84B76E33-47B8-4459-81A4-3D05278BD6BC}" srcOrd="3" destOrd="0" parTransId="{13806230-18DB-49E5-98E1-380A8C0F9229}" sibTransId="{75D0E054-8AD2-4DC1-B6E3-146636562B62}"/>
    <dgm:cxn modelId="{33E6D0FF-FC2C-46F3-BF19-673226476472}" type="presOf" srcId="{896F9E3B-DD89-4A09-BE16-797BC20BF9BA}" destId="{90D3DB61-DEC8-4A4D-8B2B-694A923C566D}" srcOrd="0" destOrd="0" presId="urn:microsoft.com/office/officeart/2018/2/layout/IconVerticalSolidList"/>
    <dgm:cxn modelId="{875628C5-AA8F-445B-8C20-7C796F86E259}" type="presParOf" srcId="{21092831-DF1A-4CF0-9375-4728C5C011BB}" destId="{90B697C6-D151-4F2F-A033-7FC1FAD76CE7}" srcOrd="0" destOrd="0" presId="urn:microsoft.com/office/officeart/2018/2/layout/IconVerticalSolidList"/>
    <dgm:cxn modelId="{DBEEF1BF-9A9A-414E-9EE4-E30AB4605DB1}" type="presParOf" srcId="{90B697C6-D151-4F2F-A033-7FC1FAD76CE7}" destId="{D88C07C7-D815-4F22-85D2-4A6AF43467B5}" srcOrd="0" destOrd="0" presId="urn:microsoft.com/office/officeart/2018/2/layout/IconVerticalSolidList"/>
    <dgm:cxn modelId="{4F957B54-4BF4-4CA8-A84B-F05294112053}" type="presParOf" srcId="{90B697C6-D151-4F2F-A033-7FC1FAD76CE7}" destId="{7E968A13-77D0-406F-87ED-B0FB7DEB0FD6}" srcOrd="1" destOrd="0" presId="urn:microsoft.com/office/officeart/2018/2/layout/IconVerticalSolidList"/>
    <dgm:cxn modelId="{24A15B1C-9EBB-404F-9C0E-451DB8CCE63C}" type="presParOf" srcId="{90B697C6-D151-4F2F-A033-7FC1FAD76CE7}" destId="{1E2713B9-2133-4400-9E42-238620547761}" srcOrd="2" destOrd="0" presId="urn:microsoft.com/office/officeart/2018/2/layout/IconVerticalSolidList"/>
    <dgm:cxn modelId="{CDE440E2-4DAC-4F11-8E7F-891AA290437A}" type="presParOf" srcId="{90B697C6-D151-4F2F-A033-7FC1FAD76CE7}" destId="{7BD83D41-6BE6-4076-8179-47E8FBA2D5D5}" srcOrd="3" destOrd="0" presId="urn:microsoft.com/office/officeart/2018/2/layout/IconVerticalSolidList"/>
    <dgm:cxn modelId="{8388FBD0-6832-4D4A-A2AC-07AD2020AA45}" type="presParOf" srcId="{21092831-DF1A-4CF0-9375-4728C5C011BB}" destId="{CD14B488-AE66-49EF-A95F-4CBDF9A847BA}" srcOrd="1" destOrd="0" presId="urn:microsoft.com/office/officeart/2018/2/layout/IconVerticalSolidList"/>
    <dgm:cxn modelId="{6D6ABC5A-4B7E-41BD-A4EE-3744B99D7F7B}" type="presParOf" srcId="{21092831-DF1A-4CF0-9375-4728C5C011BB}" destId="{603E87FE-4A88-450F-9A19-C96BFF5987B6}" srcOrd="2" destOrd="0" presId="urn:microsoft.com/office/officeart/2018/2/layout/IconVerticalSolidList"/>
    <dgm:cxn modelId="{DC1B640F-6586-4C1B-B469-E41F8B2A6DD7}" type="presParOf" srcId="{603E87FE-4A88-450F-9A19-C96BFF5987B6}" destId="{FA802932-C1A6-4497-9FA7-D460540A1E86}" srcOrd="0" destOrd="0" presId="urn:microsoft.com/office/officeart/2018/2/layout/IconVerticalSolidList"/>
    <dgm:cxn modelId="{73BFD5E7-3314-45C1-B2FC-AF3D81A22D8D}" type="presParOf" srcId="{603E87FE-4A88-450F-9A19-C96BFF5987B6}" destId="{BCA58A0F-57C1-4B0D-96E3-CDC3F4EDC303}" srcOrd="1" destOrd="0" presId="urn:microsoft.com/office/officeart/2018/2/layout/IconVerticalSolidList"/>
    <dgm:cxn modelId="{DF16055E-5C89-47C4-8150-6FD110A53074}" type="presParOf" srcId="{603E87FE-4A88-450F-9A19-C96BFF5987B6}" destId="{51656926-A62F-4682-BC8B-A1DC16B60041}" srcOrd="2" destOrd="0" presId="urn:microsoft.com/office/officeart/2018/2/layout/IconVerticalSolidList"/>
    <dgm:cxn modelId="{AF963893-3942-43D7-A3E0-947541C61358}" type="presParOf" srcId="{603E87FE-4A88-450F-9A19-C96BFF5987B6}" destId="{90D3DB61-DEC8-4A4D-8B2B-694A923C566D}" srcOrd="3" destOrd="0" presId="urn:microsoft.com/office/officeart/2018/2/layout/IconVerticalSolidList"/>
    <dgm:cxn modelId="{FD982151-AA35-41CF-A858-44E4DA6166B3}" type="presParOf" srcId="{21092831-DF1A-4CF0-9375-4728C5C011BB}" destId="{3927CD5A-4254-4DDB-9A11-83C642556BD1}" srcOrd="3" destOrd="0" presId="urn:microsoft.com/office/officeart/2018/2/layout/IconVerticalSolidList"/>
    <dgm:cxn modelId="{D81AAED9-252F-49F9-98F7-733FB1688378}" type="presParOf" srcId="{21092831-DF1A-4CF0-9375-4728C5C011BB}" destId="{DF67269A-4116-4EC7-B5E1-3162C83AA83D}" srcOrd="4" destOrd="0" presId="urn:microsoft.com/office/officeart/2018/2/layout/IconVerticalSolidList"/>
    <dgm:cxn modelId="{1CC72F3D-2E9C-4772-94E4-72BE32BF220D}" type="presParOf" srcId="{DF67269A-4116-4EC7-B5E1-3162C83AA83D}" destId="{5526D885-1A2F-460B-B10D-8BB569825EA9}" srcOrd="0" destOrd="0" presId="urn:microsoft.com/office/officeart/2018/2/layout/IconVerticalSolidList"/>
    <dgm:cxn modelId="{36731AE3-AB62-4A87-AA43-41F3F36E2AED}" type="presParOf" srcId="{DF67269A-4116-4EC7-B5E1-3162C83AA83D}" destId="{0AE88321-D8B2-4B32-BE04-F3C332B95EDE}" srcOrd="1" destOrd="0" presId="urn:microsoft.com/office/officeart/2018/2/layout/IconVerticalSolidList"/>
    <dgm:cxn modelId="{8CA703F0-16E2-49B6-8906-F20C01B89321}" type="presParOf" srcId="{DF67269A-4116-4EC7-B5E1-3162C83AA83D}" destId="{DD8AFFAB-80C4-469C-BE43-C2813B9C03D2}" srcOrd="2" destOrd="0" presId="urn:microsoft.com/office/officeart/2018/2/layout/IconVerticalSolidList"/>
    <dgm:cxn modelId="{7F7484A5-6284-4664-BD17-2B760937B542}" type="presParOf" srcId="{DF67269A-4116-4EC7-B5E1-3162C83AA83D}" destId="{FB017345-F6B0-40C5-9B2E-658C0E2FA140}" srcOrd="3" destOrd="0" presId="urn:microsoft.com/office/officeart/2018/2/layout/IconVerticalSolidList"/>
    <dgm:cxn modelId="{97D44142-7703-4204-8190-B1CFC84B77DF}" type="presParOf" srcId="{21092831-DF1A-4CF0-9375-4728C5C011BB}" destId="{664923B8-0E17-42D0-AFE0-D6378EDFC46F}" srcOrd="5" destOrd="0" presId="urn:microsoft.com/office/officeart/2018/2/layout/IconVerticalSolidList"/>
    <dgm:cxn modelId="{B9F0EEB4-9869-45FC-96C4-B3335E616B73}" type="presParOf" srcId="{21092831-DF1A-4CF0-9375-4728C5C011BB}" destId="{A6C2BE7B-BE0A-4C2C-BFE6-46DCA45F373B}" srcOrd="6" destOrd="0" presId="urn:microsoft.com/office/officeart/2018/2/layout/IconVerticalSolidList"/>
    <dgm:cxn modelId="{474C6591-384C-4D6E-B952-86126EA094C6}" type="presParOf" srcId="{A6C2BE7B-BE0A-4C2C-BFE6-46DCA45F373B}" destId="{BCEC7FDD-C6BB-4425-8D6B-6AAD88B48FCA}" srcOrd="0" destOrd="0" presId="urn:microsoft.com/office/officeart/2018/2/layout/IconVerticalSolidList"/>
    <dgm:cxn modelId="{91948B55-EF6B-41E4-A23F-534288D9B055}" type="presParOf" srcId="{A6C2BE7B-BE0A-4C2C-BFE6-46DCA45F373B}" destId="{9E0BF292-A48F-4221-98A0-81FCF35353B6}" srcOrd="1" destOrd="0" presId="urn:microsoft.com/office/officeart/2018/2/layout/IconVerticalSolidList"/>
    <dgm:cxn modelId="{4CB59E0F-D8BF-498B-8844-0B0EAC9ECD40}" type="presParOf" srcId="{A6C2BE7B-BE0A-4C2C-BFE6-46DCA45F373B}" destId="{76740AE7-0E7E-4C7B-A292-47AC2CF12D97}" srcOrd="2" destOrd="0" presId="urn:microsoft.com/office/officeart/2018/2/layout/IconVerticalSolidList"/>
    <dgm:cxn modelId="{0F171F02-F8D9-4691-911E-BFDE6CEE06E8}" type="presParOf" srcId="{A6C2BE7B-BE0A-4C2C-BFE6-46DCA45F373B}" destId="{87CB337A-CDF6-4045-BAA0-C94548E8934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488F4C-1657-4172-BEC3-88F05566307C}"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6E8A792D-5802-4720-967C-42A04DD2F43B}">
      <dgm:prSet/>
      <dgm:spPr/>
      <dgm:t>
        <a:bodyPr/>
        <a:lstStyle/>
        <a:p>
          <a:r>
            <a:rPr lang="es-ES" dirty="0"/>
            <a:t>Casual </a:t>
          </a:r>
          <a:r>
            <a:rPr lang="es-ES" dirty="0" err="1"/>
            <a:t>riders</a:t>
          </a:r>
          <a:r>
            <a:rPr lang="es-ES" dirty="0"/>
            <a:t> and </a:t>
          </a:r>
          <a:r>
            <a:rPr lang="es-ES" dirty="0" err="1"/>
            <a:t>annual</a:t>
          </a:r>
          <a:r>
            <a:rPr lang="es-ES" dirty="0"/>
            <a:t> </a:t>
          </a:r>
          <a:r>
            <a:rPr lang="es-ES" dirty="0" err="1"/>
            <a:t>members</a:t>
          </a:r>
          <a:r>
            <a:rPr lang="es-ES" dirty="0"/>
            <a:t> show </a:t>
          </a:r>
          <a:r>
            <a:rPr lang="es-ES" b="1" dirty="0" err="1"/>
            <a:t>different</a:t>
          </a:r>
          <a:r>
            <a:rPr lang="es-ES" b="1" dirty="0"/>
            <a:t> </a:t>
          </a:r>
          <a:r>
            <a:rPr lang="es-ES" b="1" dirty="0" err="1"/>
            <a:t>travel</a:t>
          </a:r>
          <a:r>
            <a:rPr lang="es-ES" b="1" dirty="0"/>
            <a:t> </a:t>
          </a:r>
          <a:r>
            <a:rPr lang="es-ES" b="1" dirty="0" err="1"/>
            <a:t>behaviors</a:t>
          </a:r>
          <a:r>
            <a:rPr lang="es-ES" b="1" dirty="0"/>
            <a:t> and </a:t>
          </a:r>
          <a:r>
            <a:rPr lang="es-ES" b="1" dirty="0" err="1"/>
            <a:t>usage</a:t>
          </a:r>
          <a:r>
            <a:rPr lang="es-ES" b="1" dirty="0"/>
            <a:t> </a:t>
          </a:r>
          <a:r>
            <a:rPr lang="es-ES" b="1" dirty="0" err="1"/>
            <a:t>patterns</a:t>
          </a:r>
          <a:r>
            <a:rPr lang="es-ES" dirty="0"/>
            <a:t>. </a:t>
          </a:r>
          <a:endParaRPr lang="en-US" dirty="0"/>
        </a:p>
      </dgm:t>
    </dgm:pt>
    <dgm:pt modelId="{2ECF858D-1E60-42AF-9AB4-127858CDA1C5}" type="parTrans" cxnId="{2E0B6BBA-72A4-421F-9F6D-7532652D0220}">
      <dgm:prSet/>
      <dgm:spPr/>
      <dgm:t>
        <a:bodyPr/>
        <a:lstStyle/>
        <a:p>
          <a:endParaRPr lang="en-US"/>
        </a:p>
      </dgm:t>
    </dgm:pt>
    <dgm:pt modelId="{C94A9862-6DBB-4ECD-96B4-B5D05D72992E}" type="sibTrans" cxnId="{2E0B6BBA-72A4-421F-9F6D-7532652D0220}">
      <dgm:prSet/>
      <dgm:spPr/>
      <dgm:t>
        <a:bodyPr/>
        <a:lstStyle/>
        <a:p>
          <a:endParaRPr lang="en-US"/>
        </a:p>
      </dgm:t>
    </dgm:pt>
    <dgm:pt modelId="{07509BAD-65C1-4B0B-A5DB-CAB2650216AE}">
      <dgm:prSet/>
      <dgm:spPr/>
      <dgm:t>
        <a:bodyPr/>
        <a:lstStyle/>
        <a:p>
          <a:r>
            <a:rPr lang="es-ES"/>
            <a:t>Casual riders tend to take </a:t>
          </a:r>
          <a:r>
            <a:rPr lang="es-ES" b="1"/>
            <a:t>longer and more recreational trips</a:t>
          </a:r>
          <a:r>
            <a:rPr lang="es-ES"/>
            <a:t>, especially on weekends.</a:t>
          </a:r>
          <a:endParaRPr lang="en-US"/>
        </a:p>
      </dgm:t>
    </dgm:pt>
    <dgm:pt modelId="{443F8D69-C0FB-46E1-A0B8-17BB3E2750F7}" type="parTrans" cxnId="{52302B4A-AAB4-4464-8CEE-A64E4866E093}">
      <dgm:prSet/>
      <dgm:spPr/>
      <dgm:t>
        <a:bodyPr/>
        <a:lstStyle/>
        <a:p>
          <a:endParaRPr lang="en-US"/>
        </a:p>
      </dgm:t>
    </dgm:pt>
    <dgm:pt modelId="{433BEE68-C444-4842-AAC3-7D49204E099D}" type="sibTrans" cxnId="{52302B4A-AAB4-4464-8CEE-A64E4866E093}">
      <dgm:prSet/>
      <dgm:spPr/>
      <dgm:t>
        <a:bodyPr/>
        <a:lstStyle/>
        <a:p>
          <a:endParaRPr lang="en-US"/>
        </a:p>
      </dgm:t>
    </dgm:pt>
    <dgm:pt modelId="{89BF121D-2C37-4DF8-B351-90A2510FBD62}">
      <dgm:prSet/>
      <dgm:spPr/>
      <dgm:t>
        <a:bodyPr/>
        <a:lstStyle/>
        <a:p>
          <a:r>
            <a:rPr lang="es-ES"/>
            <a:t>Bike usage is influenced by </a:t>
          </a:r>
          <a:r>
            <a:rPr lang="es-ES" b="1"/>
            <a:t>seasonality</a:t>
          </a:r>
          <a:r>
            <a:rPr lang="es-ES"/>
            <a:t>, with peak demand during summer and autumn.</a:t>
          </a:r>
          <a:endParaRPr lang="en-US"/>
        </a:p>
      </dgm:t>
    </dgm:pt>
    <dgm:pt modelId="{C02D2906-F82A-4464-9837-2526568D573C}" type="parTrans" cxnId="{25C93E66-D873-4D27-A963-A905FC3FF970}">
      <dgm:prSet/>
      <dgm:spPr/>
      <dgm:t>
        <a:bodyPr/>
        <a:lstStyle/>
        <a:p>
          <a:endParaRPr lang="en-US"/>
        </a:p>
      </dgm:t>
    </dgm:pt>
    <dgm:pt modelId="{C936F7E7-D8A5-4D97-992A-1D4898F3DC80}" type="sibTrans" cxnId="{25C93E66-D873-4D27-A963-A905FC3FF970}">
      <dgm:prSet/>
      <dgm:spPr/>
      <dgm:t>
        <a:bodyPr/>
        <a:lstStyle/>
        <a:p>
          <a:endParaRPr lang="en-US"/>
        </a:p>
      </dgm:t>
    </dgm:pt>
    <dgm:pt modelId="{F9038544-3269-4167-B58F-C7FC46FBCB4F}">
      <dgm:prSet/>
      <dgm:spPr/>
      <dgm:t>
        <a:bodyPr/>
        <a:lstStyle/>
        <a:p>
          <a:r>
            <a:rPr lang="es-ES"/>
            <a:t>Demand is concentrated during </a:t>
          </a:r>
          <a:r>
            <a:rPr lang="es-ES" b="1"/>
            <a:t>commuting hours</a:t>
          </a:r>
          <a:r>
            <a:rPr lang="es-ES"/>
            <a:t>, highlighting operational and marketing opportunities. </a:t>
          </a:r>
          <a:endParaRPr lang="en-US"/>
        </a:p>
      </dgm:t>
    </dgm:pt>
    <dgm:pt modelId="{5A85417F-E3DA-40AB-80C8-19F9E21978D3}" type="parTrans" cxnId="{5515BD97-6216-4EF5-BB41-5CF8E078061B}">
      <dgm:prSet/>
      <dgm:spPr/>
      <dgm:t>
        <a:bodyPr/>
        <a:lstStyle/>
        <a:p>
          <a:endParaRPr lang="en-US"/>
        </a:p>
      </dgm:t>
    </dgm:pt>
    <dgm:pt modelId="{B0DC70A7-8351-4E2F-BA57-481964656B96}" type="sibTrans" cxnId="{5515BD97-6216-4EF5-BB41-5CF8E078061B}">
      <dgm:prSet/>
      <dgm:spPr/>
      <dgm:t>
        <a:bodyPr/>
        <a:lstStyle/>
        <a:p>
          <a:endParaRPr lang="en-US"/>
        </a:p>
      </dgm:t>
    </dgm:pt>
    <dgm:pt modelId="{AD41649F-18C4-40C1-919D-189824919877}">
      <dgm:prSet/>
      <dgm:spPr/>
      <dgm:t>
        <a:bodyPr/>
        <a:lstStyle/>
        <a:p>
          <a:r>
            <a:rPr lang="es-ES" b="1"/>
            <a:t>Electric bikes</a:t>
          </a:r>
          <a:r>
            <a:rPr lang="es-ES"/>
            <a:t> are the preferred choice for both user groups.</a:t>
          </a:r>
          <a:endParaRPr lang="en-US"/>
        </a:p>
      </dgm:t>
    </dgm:pt>
    <dgm:pt modelId="{A5931649-C115-42A1-B52D-9F3413E62D69}" type="parTrans" cxnId="{138B4E63-2B53-4111-AF3D-DC8512D9A7D3}">
      <dgm:prSet/>
      <dgm:spPr/>
      <dgm:t>
        <a:bodyPr/>
        <a:lstStyle/>
        <a:p>
          <a:endParaRPr lang="en-US"/>
        </a:p>
      </dgm:t>
    </dgm:pt>
    <dgm:pt modelId="{E3DB65C2-F2E9-4CA6-9EE5-F8D1A1E25E1A}" type="sibTrans" cxnId="{138B4E63-2B53-4111-AF3D-DC8512D9A7D3}">
      <dgm:prSet/>
      <dgm:spPr/>
      <dgm:t>
        <a:bodyPr/>
        <a:lstStyle/>
        <a:p>
          <a:endParaRPr lang="en-US"/>
        </a:p>
      </dgm:t>
    </dgm:pt>
    <dgm:pt modelId="{F319E5FD-4FA3-495F-A9C5-782D53F08A11}">
      <dgm:prSet/>
      <dgm:spPr/>
      <dgm:t>
        <a:bodyPr/>
        <a:lstStyle/>
        <a:p>
          <a:r>
            <a:rPr lang="es-ES" b="1"/>
            <a:t>Canal St &amp; Madison St</a:t>
          </a:r>
          <a:r>
            <a:rPr lang="es-ES"/>
            <a:t> is the busiest station, indicating a strategic location within the network.</a:t>
          </a:r>
          <a:endParaRPr lang="en-US"/>
        </a:p>
      </dgm:t>
    </dgm:pt>
    <dgm:pt modelId="{89EF42B0-85B2-4E12-9351-7FB18419E97B}" type="parTrans" cxnId="{D99C7828-BC7D-45B4-9124-075305ABAF1E}">
      <dgm:prSet/>
      <dgm:spPr/>
      <dgm:t>
        <a:bodyPr/>
        <a:lstStyle/>
        <a:p>
          <a:endParaRPr lang="en-US"/>
        </a:p>
      </dgm:t>
    </dgm:pt>
    <dgm:pt modelId="{2FBBA3DA-77C8-4F56-B01C-7E8ABFC120A2}" type="sibTrans" cxnId="{D99C7828-BC7D-45B4-9124-075305ABAF1E}">
      <dgm:prSet/>
      <dgm:spPr/>
      <dgm:t>
        <a:bodyPr/>
        <a:lstStyle/>
        <a:p>
          <a:endParaRPr lang="en-US"/>
        </a:p>
      </dgm:t>
    </dgm:pt>
    <dgm:pt modelId="{2E8E0988-B97C-4EB0-9B48-99A771A593DC}" type="pres">
      <dgm:prSet presAssocID="{D9488F4C-1657-4172-BEC3-88F05566307C}" presName="Name0" presStyleCnt="0">
        <dgm:presLayoutVars>
          <dgm:dir/>
          <dgm:resizeHandles val="exact"/>
        </dgm:presLayoutVars>
      </dgm:prSet>
      <dgm:spPr/>
    </dgm:pt>
    <dgm:pt modelId="{3BCDCAA1-A88C-4EBE-9766-C4C0459421FE}" type="pres">
      <dgm:prSet presAssocID="{6E8A792D-5802-4720-967C-42A04DD2F43B}" presName="node" presStyleLbl="node1" presStyleIdx="0" presStyleCnt="6">
        <dgm:presLayoutVars>
          <dgm:bulletEnabled val="1"/>
        </dgm:presLayoutVars>
      </dgm:prSet>
      <dgm:spPr/>
    </dgm:pt>
    <dgm:pt modelId="{68B4F80F-CA83-491F-BCCC-03E7DDA3DE1C}" type="pres">
      <dgm:prSet presAssocID="{C94A9862-6DBB-4ECD-96B4-B5D05D72992E}" presName="sibTrans" presStyleLbl="sibTrans1D1" presStyleIdx="0" presStyleCnt="5"/>
      <dgm:spPr/>
    </dgm:pt>
    <dgm:pt modelId="{C007450E-F372-4D51-BBE4-4E485875DAD6}" type="pres">
      <dgm:prSet presAssocID="{C94A9862-6DBB-4ECD-96B4-B5D05D72992E}" presName="connectorText" presStyleLbl="sibTrans1D1" presStyleIdx="0" presStyleCnt="5"/>
      <dgm:spPr/>
    </dgm:pt>
    <dgm:pt modelId="{9638A558-8DA2-491E-B1A2-AB98DA54778E}" type="pres">
      <dgm:prSet presAssocID="{07509BAD-65C1-4B0B-A5DB-CAB2650216AE}" presName="node" presStyleLbl="node1" presStyleIdx="1" presStyleCnt="6">
        <dgm:presLayoutVars>
          <dgm:bulletEnabled val="1"/>
        </dgm:presLayoutVars>
      </dgm:prSet>
      <dgm:spPr/>
    </dgm:pt>
    <dgm:pt modelId="{5DBACC0E-B7B2-4CA5-893B-D723FB1F5492}" type="pres">
      <dgm:prSet presAssocID="{433BEE68-C444-4842-AAC3-7D49204E099D}" presName="sibTrans" presStyleLbl="sibTrans1D1" presStyleIdx="1" presStyleCnt="5"/>
      <dgm:spPr/>
    </dgm:pt>
    <dgm:pt modelId="{AF3674E2-C09B-4C57-8187-9C04651F0EF7}" type="pres">
      <dgm:prSet presAssocID="{433BEE68-C444-4842-AAC3-7D49204E099D}" presName="connectorText" presStyleLbl="sibTrans1D1" presStyleIdx="1" presStyleCnt="5"/>
      <dgm:spPr/>
    </dgm:pt>
    <dgm:pt modelId="{9DDD1EDC-2B89-4D56-973E-63EEEDB63F59}" type="pres">
      <dgm:prSet presAssocID="{89BF121D-2C37-4DF8-B351-90A2510FBD62}" presName="node" presStyleLbl="node1" presStyleIdx="2" presStyleCnt="6">
        <dgm:presLayoutVars>
          <dgm:bulletEnabled val="1"/>
        </dgm:presLayoutVars>
      </dgm:prSet>
      <dgm:spPr/>
    </dgm:pt>
    <dgm:pt modelId="{F20F7604-FC04-40C6-B66E-490CD9C331F9}" type="pres">
      <dgm:prSet presAssocID="{C936F7E7-D8A5-4D97-992A-1D4898F3DC80}" presName="sibTrans" presStyleLbl="sibTrans1D1" presStyleIdx="2" presStyleCnt="5"/>
      <dgm:spPr/>
    </dgm:pt>
    <dgm:pt modelId="{6794A21E-0327-4786-82F9-556A324AE6A0}" type="pres">
      <dgm:prSet presAssocID="{C936F7E7-D8A5-4D97-992A-1D4898F3DC80}" presName="connectorText" presStyleLbl="sibTrans1D1" presStyleIdx="2" presStyleCnt="5"/>
      <dgm:spPr/>
    </dgm:pt>
    <dgm:pt modelId="{A8DD1DF7-C0FD-438F-AA0B-AD0EBBDBCACD}" type="pres">
      <dgm:prSet presAssocID="{F9038544-3269-4167-B58F-C7FC46FBCB4F}" presName="node" presStyleLbl="node1" presStyleIdx="3" presStyleCnt="6">
        <dgm:presLayoutVars>
          <dgm:bulletEnabled val="1"/>
        </dgm:presLayoutVars>
      </dgm:prSet>
      <dgm:spPr/>
    </dgm:pt>
    <dgm:pt modelId="{E3C3370F-5977-41DB-BBF8-19D598270A75}" type="pres">
      <dgm:prSet presAssocID="{B0DC70A7-8351-4E2F-BA57-481964656B96}" presName="sibTrans" presStyleLbl="sibTrans1D1" presStyleIdx="3" presStyleCnt="5"/>
      <dgm:spPr/>
    </dgm:pt>
    <dgm:pt modelId="{14650CFD-E171-4931-8313-346E2866590A}" type="pres">
      <dgm:prSet presAssocID="{B0DC70A7-8351-4E2F-BA57-481964656B96}" presName="connectorText" presStyleLbl="sibTrans1D1" presStyleIdx="3" presStyleCnt="5"/>
      <dgm:spPr/>
    </dgm:pt>
    <dgm:pt modelId="{B947AE49-8C3D-4929-926A-54B004D52724}" type="pres">
      <dgm:prSet presAssocID="{AD41649F-18C4-40C1-919D-189824919877}" presName="node" presStyleLbl="node1" presStyleIdx="4" presStyleCnt="6">
        <dgm:presLayoutVars>
          <dgm:bulletEnabled val="1"/>
        </dgm:presLayoutVars>
      </dgm:prSet>
      <dgm:spPr/>
    </dgm:pt>
    <dgm:pt modelId="{702EF393-6C1C-4BE7-85CE-2AA1C35640A4}" type="pres">
      <dgm:prSet presAssocID="{E3DB65C2-F2E9-4CA6-9EE5-F8D1A1E25E1A}" presName="sibTrans" presStyleLbl="sibTrans1D1" presStyleIdx="4" presStyleCnt="5"/>
      <dgm:spPr/>
    </dgm:pt>
    <dgm:pt modelId="{2331FC29-227F-46BC-BC4C-D2EF5599775C}" type="pres">
      <dgm:prSet presAssocID="{E3DB65C2-F2E9-4CA6-9EE5-F8D1A1E25E1A}" presName="connectorText" presStyleLbl="sibTrans1D1" presStyleIdx="4" presStyleCnt="5"/>
      <dgm:spPr/>
    </dgm:pt>
    <dgm:pt modelId="{A1424566-A52A-416C-BD0C-38C6305DA086}" type="pres">
      <dgm:prSet presAssocID="{F319E5FD-4FA3-495F-A9C5-782D53F08A11}" presName="node" presStyleLbl="node1" presStyleIdx="5" presStyleCnt="6">
        <dgm:presLayoutVars>
          <dgm:bulletEnabled val="1"/>
        </dgm:presLayoutVars>
      </dgm:prSet>
      <dgm:spPr/>
    </dgm:pt>
  </dgm:ptLst>
  <dgm:cxnLst>
    <dgm:cxn modelId="{DD59D30A-294B-46CE-BEC0-DEFC80C5077D}" type="presOf" srcId="{C94A9862-6DBB-4ECD-96B4-B5D05D72992E}" destId="{68B4F80F-CA83-491F-BCCC-03E7DDA3DE1C}" srcOrd="0" destOrd="0" presId="urn:microsoft.com/office/officeart/2016/7/layout/RepeatingBendingProcessNew"/>
    <dgm:cxn modelId="{5F86E420-0019-40EE-925F-50DB19286A49}" type="presOf" srcId="{E3DB65C2-F2E9-4CA6-9EE5-F8D1A1E25E1A}" destId="{2331FC29-227F-46BC-BC4C-D2EF5599775C}" srcOrd="1" destOrd="0" presId="urn:microsoft.com/office/officeart/2016/7/layout/RepeatingBendingProcessNew"/>
    <dgm:cxn modelId="{B3250322-C352-4418-8F6C-2A3E4009227E}" type="presOf" srcId="{B0DC70A7-8351-4E2F-BA57-481964656B96}" destId="{14650CFD-E171-4931-8313-346E2866590A}" srcOrd="1" destOrd="0" presId="urn:microsoft.com/office/officeart/2016/7/layout/RepeatingBendingProcessNew"/>
    <dgm:cxn modelId="{D99C7828-BC7D-45B4-9124-075305ABAF1E}" srcId="{D9488F4C-1657-4172-BEC3-88F05566307C}" destId="{F319E5FD-4FA3-495F-A9C5-782D53F08A11}" srcOrd="5" destOrd="0" parTransId="{89EF42B0-85B2-4E12-9351-7FB18419E97B}" sibTransId="{2FBBA3DA-77C8-4F56-B01C-7E8ABFC120A2}"/>
    <dgm:cxn modelId="{BF0CAE38-E48F-4D5E-87D2-FB0CF963EDE3}" type="presOf" srcId="{C936F7E7-D8A5-4D97-992A-1D4898F3DC80}" destId="{6794A21E-0327-4786-82F9-556A324AE6A0}" srcOrd="1" destOrd="0" presId="urn:microsoft.com/office/officeart/2016/7/layout/RepeatingBendingProcessNew"/>
    <dgm:cxn modelId="{BBEC9C3D-942E-40A8-A47C-74EC43B67075}" type="presOf" srcId="{433BEE68-C444-4842-AAC3-7D49204E099D}" destId="{5DBACC0E-B7B2-4CA5-893B-D723FB1F5492}" srcOrd="0" destOrd="0" presId="urn:microsoft.com/office/officeart/2016/7/layout/RepeatingBendingProcessNew"/>
    <dgm:cxn modelId="{E2982C3F-5033-43D5-B46F-45EB117E4FC2}" type="presOf" srcId="{07509BAD-65C1-4B0B-A5DB-CAB2650216AE}" destId="{9638A558-8DA2-491E-B1A2-AB98DA54778E}" srcOrd="0" destOrd="0" presId="urn:microsoft.com/office/officeart/2016/7/layout/RepeatingBendingProcessNew"/>
    <dgm:cxn modelId="{138B4E63-2B53-4111-AF3D-DC8512D9A7D3}" srcId="{D9488F4C-1657-4172-BEC3-88F05566307C}" destId="{AD41649F-18C4-40C1-919D-189824919877}" srcOrd="4" destOrd="0" parTransId="{A5931649-C115-42A1-B52D-9F3413E62D69}" sibTransId="{E3DB65C2-F2E9-4CA6-9EE5-F8D1A1E25E1A}"/>
    <dgm:cxn modelId="{25C93E66-D873-4D27-A963-A905FC3FF970}" srcId="{D9488F4C-1657-4172-BEC3-88F05566307C}" destId="{89BF121D-2C37-4DF8-B351-90A2510FBD62}" srcOrd="2" destOrd="0" parTransId="{C02D2906-F82A-4464-9837-2526568D573C}" sibTransId="{C936F7E7-D8A5-4D97-992A-1D4898F3DC80}"/>
    <dgm:cxn modelId="{52302B4A-AAB4-4464-8CEE-A64E4866E093}" srcId="{D9488F4C-1657-4172-BEC3-88F05566307C}" destId="{07509BAD-65C1-4B0B-A5DB-CAB2650216AE}" srcOrd="1" destOrd="0" parTransId="{443F8D69-C0FB-46E1-A0B8-17BB3E2750F7}" sibTransId="{433BEE68-C444-4842-AAC3-7D49204E099D}"/>
    <dgm:cxn modelId="{DDFEFE6B-7304-49E1-8C29-38D4B9BC373A}" type="presOf" srcId="{89BF121D-2C37-4DF8-B351-90A2510FBD62}" destId="{9DDD1EDC-2B89-4D56-973E-63EEEDB63F59}" srcOrd="0" destOrd="0" presId="urn:microsoft.com/office/officeart/2016/7/layout/RepeatingBendingProcessNew"/>
    <dgm:cxn modelId="{6738DA88-415E-4607-BA05-BD2C1DB09B66}" type="presOf" srcId="{AD41649F-18C4-40C1-919D-189824919877}" destId="{B947AE49-8C3D-4929-926A-54B004D52724}" srcOrd="0" destOrd="0" presId="urn:microsoft.com/office/officeart/2016/7/layout/RepeatingBendingProcessNew"/>
    <dgm:cxn modelId="{52A3CC8A-799C-4171-BF47-AE291450859A}" type="presOf" srcId="{C94A9862-6DBB-4ECD-96B4-B5D05D72992E}" destId="{C007450E-F372-4D51-BBE4-4E485875DAD6}" srcOrd="1" destOrd="0" presId="urn:microsoft.com/office/officeart/2016/7/layout/RepeatingBendingProcessNew"/>
    <dgm:cxn modelId="{D8FE238C-85EA-49EB-9E1E-7C769EE9CD8D}" type="presOf" srcId="{D9488F4C-1657-4172-BEC3-88F05566307C}" destId="{2E8E0988-B97C-4EB0-9B48-99A771A593DC}" srcOrd="0" destOrd="0" presId="urn:microsoft.com/office/officeart/2016/7/layout/RepeatingBendingProcessNew"/>
    <dgm:cxn modelId="{5515BD97-6216-4EF5-BB41-5CF8E078061B}" srcId="{D9488F4C-1657-4172-BEC3-88F05566307C}" destId="{F9038544-3269-4167-B58F-C7FC46FBCB4F}" srcOrd="3" destOrd="0" parTransId="{5A85417F-E3DA-40AB-80C8-19F9E21978D3}" sibTransId="{B0DC70A7-8351-4E2F-BA57-481964656B96}"/>
    <dgm:cxn modelId="{17B7DE9A-4C2A-42D1-A038-AA23924DDD50}" type="presOf" srcId="{F319E5FD-4FA3-495F-A9C5-782D53F08A11}" destId="{A1424566-A52A-416C-BD0C-38C6305DA086}" srcOrd="0" destOrd="0" presId="urn:microsoft.com/office/officeart/2016/7/layout/RepeatingBendingProcessNew"/>
    <dgm:cxn modelId="{D90B2BA8-62DA-4BB1-8EA3-15DB4931A249}" type="presOf" srcId="{F9038544-3269-4167-B58F-C7FC46FBCB4F}" destId="{A8DD1DF7-C0FD-438F-AA0B-AD0EBBDBCACD}" srcOrd="0" destOrd="0" presId="urn:microsoft.com/office/officeart/2016/7/layout/RepeatingBendingProcessNew"/>
    <dgm:cxn modelId="{2E0B6BBA-72A4-421F-9F6D-7532652D0220}" srcId="{D9488F4C-1657-4172-BEC3-88F05566307C}" destId="{6E8A792D-5802-4720-967C-42A04DD2F43B}" srcOrd="0" destOrd="0" parTransId="{2ECF858D-1E60-42AF-9AB4-127858CDA1C5}" sibTransId="{C94A9862-6DBB-4ECD-96B4-B5D05D72992E}"/>
    <dgm:cxn modelId="{6D481ACC-8FF1-4890-837B-9FD1C0B2A09D}" type="presOf" srcId="{433BEE68-C444-4842-AAC3-7D49204E099D}" destId="{AF3674E2-C09B-4C57-8187-9C04651F0EF7}" srcOrd="1" destOrd="0" presId="urn:microsoft.com/office/officeart/2016/7/layout/RepeatingBendingProcessNew"/>
    <dgm:cxn modelId="{2190D6CE-CAFD-442C-BB44-D6C2B2FEC844}" type="presOf" srcId="{6E8A792D-5802-4720-967C-42A04DD2F43B}" destId="{3BCDCAA1-A88C-4EBE-9766-C4C0459421FE}" srcOrd="0" destOrd="0" presId="urn:microsoft.com/office/officeart/2016/7/layout/RepeatingBendingProcessNew"/>
    <dgm:cxn modelId="{3ACE79D4-3940-4DCE-BE68-4CA0FD8D22CC}" type="presOf" srcId="{E3DB65C2-F2E9-4CA6-9EE5-F8D1A1E25E1A}" destId="{702EF393-6C1C-4BE7-85CE-2AA1C35640A4}" srcOrd="0" destOrd="0" presId="urn:microsoft.com/office/officeart/2016/7/layout/RepeatingBendingProcessNew"/>
    <dgm:cxn modelId="{4206EBD9-CAC5-40AD-9A22-4CCFF03F6818}" type="presOf" srcId="{C936F7E7-D8A5-4D97-992A-1D4898F3DC80}" destId="{F20F7604-FC04-40C6-B66E-490CD9C331F9}" srcOrd="0" destOrd="0" presId="urn:microsoft.com/office/officeart/2016/7/layout/RepeatingBendingProcessNew"/>
    <dgm:cxn modelId="{00B22BE3-0A1B-4D68-9212-AEBDB2F58103}" type="presOf" srcId="{B0DC70A7-8351-4E2F-BA57-481964656B96}" destId="{E3C3370F-5977-41DB-BBF8-19D598270A75}" srcOrd="0" destOrd="0" presId="urn:microsoft.com/office/officeart/2016/7/layout/RepeatingBendingProcessNew"/>
    <dgm:cxn modelId="{E45E0A86-17CD-4FDC-BF0D-D6B6EEAAD983}" type="presParOf" srcId="{2E8E0988-B97C-4EB0-9B48-99A771A593DC}" destId="{3BCDCAA1-A88C-4EBE-9766-C4C0459421FE}" srcOrd="0" destOrd="0" presId="urn:microsoft.com/office/officeart/2016/7/layout/RepeatingBendingProcessNew"/>
    <dgm:cxn modelId="{174A31F2-E827-4266-BEA3-95BF011DB58D}" type="presParOf" srcId="{2E8E0988-B97C-4EB0-9B48-99A771A593DC}" destId="{68B4F80F-CA83-491F-BCCC-03E7DDA3DE1C}" srcOrd="1" destOrd="0" presId="urn:microsoft.com/office/officeart/2016/7/layout/RepeatingBendingProcessNew"/>
    <dgm:cxn modelId="{F3FF0F08-2D8E-460A-8304-616793E96B3D}" type="presParOf" srcId="{68B4F80F-CA83-491F-BCCC-03E7DDA3DE1C}" destId="{C007450E-F372-4D51-BBE4-4E485875DAD6}" srcOrd="0" destOrd="0" presId="urn:microsoft.com/office/officeart/2016/7/layout/RepeatingBendingProcessNew"/>
    <dgm:cxn modelId="{7560F955-56FC-41FE-A99F-4B27C2E35A77}" type="presParOf" srcId="{2E8E0988-B97C-4EB0-9B48-99A771A593DC}" destId="{9638A558-8DA2-491E-B1A2-AB98DA54778E}" srcOrd="2" destOrd="0" presId="urn:microsoft.com/office/officeart/2016/7/layout/RepeatingBendingProcessNew"/>
    <dgm:cxn modelId="{643C20CB-D81E-45BB-A442-23A46710CE55}" type="presParOf" srcId="{2E8E0988-B97C-4EB0-9B48-99A771A593DC}" destId="{5DBACC0E-B7B2-4CA5-893B-D723FB1F5492}" srcOrd="3" destOrd="0" presId="urn:microsoft.com/office/officeart/2016/7/layout/RepeatingBendingProcessNew"/>
    <dgm:cxn modelId="{00FAA15F-FC59-44C6-85CF-B6D985E1E490}" type="presParOf" srcId="{5DBACC0E-B7B2-4CA5-893B-D723FB1F5492}" destId="{AF3674E2-C09B-4C57-8187-9C04651F0EF7}" srcOrd="0" destOrd="0" presId="urn:microsoft.com/office/officeart/2016/7/layout/RepeatingBendingProcessNew"/>
    <dgm:cxn modelId="{9A488F90-F33C-4D73-B92F-CF7870D04F6C}" type="presParOf" srcId="{2E8E0988-B97C-4EB0-9B48-99A771A593DC}" destId="{9DDD1EDC-2B89-4D56-973E-63EEEDB63F59}" srcOrd="4" destOrd="0" presId="urn:microsoft.com/office/officeart/2016/7/layout/RepeatingBendingProcessNew"/>
    <dgm:cxn modelId="{7E0BB120-F2CF-4240-9AA1-42D8F9BEA3DD}" type="presParOf" srcId="{2E8E0988-B97C-4EB0-9B48-99A771A593DC}" destId="{F20F7604-FC04-40C6-B66E-490CD9C331F9}" srcOrd="5" destOrd="0" presId="urn:microsoft.com/office/officeart/2016/7/layout/RepeatingBendingProcessNew"/>
    <dgm:cxn modelId="{57F64947-5A6F-401D-9C53-DEBFA0A6E607}" type="presParOf" srcId="{F20F7604-FC04-40C6-B66E-490CD9C331F9}" destId="{6794A21E-0327-4786-82F9-556A324AE6A0}" srcOrd="0" destOrd="0" presId="urn:microsoft.com/office/officeart/2016/7/layout/RepeatingBendingProcessNew"/>
    <dgm:cxn modelId="{EF3B75E9-4231-46A2-9EA7-16DB3EEB4FA3}" type="presParOf" srcId="{2E8E0988-B97C-4EB0-9B48-99A771A593DC}" destId="{A8DD1DF7-C0FD-438F-AA0B-AD0EBBDBCACD}" srcOrd="6" destOrd="0" presId="urn:microsoft.com/office/officeart/2016/7/layout/RepeatingBendingProcessNew"/>
    <dgm:cxn modelId="{88D7BFE0-88EB-4800-BF40-92FBE4E039CD}" type="presParOf" srcId="{2E8E0988-B97C-4EB0-9B48-99A771A593DC}" destId="{E3C3370F-5977-41DB-BBF8-19D598270A75}" srcOrd="7" destOrd="0" presId="urn:microsoft.com/office/officeart/2016/7/layout/RepeatingBendingProcessNew"/>
    <dgm:cxn modelId="{2C9DCB9B-DA1B-406E-B0D0-0260A0505052}" type="presParOf" srcId="{E3C3370F-5977-41DB-BBF8-19D598270A75}" destId="{14650CFD-E171-4931-8313-346E2866590A}" srcOrd="0" destOrd="0" presId="urn:microsoft.com/office/officeart/2016/7/layout/RepeatingBendingProcessNew"/>
    <dgm:cxn modelId="{E323860B-23D7-45D1-B01F-472E8B38F1E1}" type="presParOf" srcId="{2E8E0988-B97C-4EB0-9B48-99A771A593DC}" destId="{B947AE49-8C3D-4929-926A-54B004D52724}" srcOrd="8" destOrd="0" presId="urn:microsoft.com/office/officeart/2016/7/layout/RepeatingBendingProcessNew"/>
    <dgm:cxn modelId="{BCFBC956-C60D-4FF6-B8B1-51546A3C4766}" type="presParOf" srcId="{2E8E0988-B97C-4EB0-9B48-99A771A593DC}" destId="{702EF393-6C1C-4BE7-85CE-2AA1C35640A4}" srcOrd="9" destOrd="0" presId="urn:microsoft.com/office/officeart/2016/7/layout/RepeatingBendingProcessNew"/>
    <dgm:cxn modelId="{B2FADF10-7D11-4316-AA2C-522B8B4F9DB2}" type="presParOf" srcId="{702EF393-6C1C-4BE7-85CE-2AA1C35640A4}" destId="{2331FC29-227F-46BC-BC4C-D2EF5599775C}" srcOrd="0" destOrd="0" presId="urn:microsoft.com/office/officeart/2016/7/layout/RepeatingBendingProcessNew"/>
    <dgm:cxn modelId="{8F1CC896-0685-4DA5-BC7D-3F2A88650B3B}" type="presParOf" srcId="{2E8E0988-B97C-4EB0-9B48-99A771A593DC}" destId="{A1424566-A52A-416C-BD0C-38C6305DA086}" srcOrd="10"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7E9F086-A5ED-4DEE-87B5-D95AA2135FF5}" type="doc">
      <dgm:prSet loTypeId="urn:microsoft.com/office/officeart/2005/8/layout/process4" loCatId="process" qsTypeId="urn:microsoft.com/office/officeart/2005/8/quickstyle/simple1" qsCatId="simple" csTypeId="urn:microsoft.com/office/officeart/2005/8/colors/colorful1" csCatId="colorful"/>
      <dgm:spPr/>
      <dgm:t>
        <a:bodyPr/>
        <a:lstStyle/>
        <a:p>
          <a:endParaRPr lang="en-US"/>
        </a:p>
      </dgm:t>
    </dgm:pt>
    <dgm:pt modelId="{64AF03F8-E1BF-46B6-AD8F-016A457714C1}">
      <dgm:prSet/>
      <dgm:spPr/>
      <dgm:t>
        <a:bodyPr/>
        <a:lstStyle/>
        <a:p>
          <a:r>
            <a:rPr lang="es-ES"/>
            <a:t>Develop targeted membership campaigns for casual riders based on their travel patterns.</a:t>
          </a:r>
          <a:endParaRPr lang="en-US"/>
        </a:p>
      </dgm:t>
    </dgm:pt>
    <dgm:pt modelId="{C75042F9-9040-472B-96E7-423ADDC53FC1}" type="parTrans" cxnId="{A6752C5A-1FDC-4D4B-A0CD-D8376086DCFE}">
      <dgm:prSet/>
      <dgm:spPr/>
      <dgm:t>
        <a:bodyPr/>
        <a:lstStyle/>
        <a:p>
          <a:endParaRPr lang="en-US"/>
        </a:p>
      </dgm:t>
    </dgm:pt>
    <dgm:pt modelId="{51DB1B5C-D2D6-4774-B23D-0D176AED36A3}" type="sibTrans" cxnId="{A6752C5A-1FDC-4D4B-A0CD-D8376086DCFE}">
      <dgm:prSet/>
      <dgm:spPr/>
      <dgm:t>
        <a:bodyPr/>
        <a:lstStyle/>
        <a:p>
          <a:endParaRPr lang="en-US"/>
        </a:p>
      </dgm:t>
    </dgm:pt>
    <dgm:pt modelId="{ABE2709C-C1C6-4A72-A231-BE992176E0F8}">
      <dgm:prSet/>
      <dgm:spPr/>
      <dgm:t>
        <a:bodyPr/>
        <a:lstStyle/>
        <a:p>
          <a:r>
            <a:rPr lang="es-ES"/>
            <a:t>Focus marketing efforts during </a:t>
          </a:r>
          <a:r>
            <a:rPr lang="es-ES" b="1"/>
            <a:t>weekends</a:t>
          </a:r>
          <a:r>
            <a:rPr lang="es-ES"/>
            <a:t> and </a:t>
          </a:r>
          <a:r>
            <a:rPr lang="es-ES" b="1"/>
            <a:t>high-demand seasons</a:t>
          </a:r>
          <a:r>
            <a:rPr lang="es-ES"/>
            <a:t>. </a:t>
          </a:r>
          <a:endParaRPr lang="en-US"/>
        </a:p>
      </dgm:t>
    </dgm:pt>
    <dgm:pt modelId="{C16D6231-96C5-4423-B86F-511291B390AC}" type="parTrans" cxnId="{395718B2-09C2-4606-9975-A6DB0ED16E6A}">
      <dgm:prSet/>
      <dgm:spPr/>
      <dgm:t>
        <a:bodyPr/>
        <a:lstStyle/>
        <a:p>
          <a:endParaRPr lang="en-US"/>
        </a:p>
      </dgm:t>
    </dgm:pt>
    <dgm:pt modelId="{781541F9-EB27-45AC-9348-EBF646FDCC78}" type="sibTrans" cxnId="{395718B2-09C2-4606-9975-A6DB0ED16E6A}">
      <dgm:prSet/>
      <dgm:spPr/>
      <dgm:t>
        <a:bodyPr/>
        <a:lstStyle/>
        <a:p>
          <a:endParaRPr lang="en-US"/>
        </a:p>
      </dgm:t>
    </dgm:pt>
    <dgm:pt modelId="{ED6C17A0-B903-47B2-945D-3DC9449716C7}">
      <dgm:prSet/>
      <dgm:spPr/>
      <dgm:t>
        <a:bodyPr/>
        <a:lstStyle/>
        <a:p>
          <a:r>
            <a:rPr lang="es-ES"/>
            <a:t>Optimize bike availability during </a:t>
          </a:r>
          <a:r>
            <a:rPr lang="es-ES" b="1"/>
            <a:t>peak commuting hours</a:t>
          </a:r>
          <a:r>
            <a:rPr lang="es-ES"/>
            <a:t>. </a:t>
          </a:r>
          <a:endParaRPr lang="en-US"/>
        </a:p>
      </dgm:t>
    </dgm:pt>
    <dgm:pt modelId="{8F20A10C-FB71-419F-9B56-2A749281F2FB}" type="parTrans" cxnId="{8016BD62-6DE5-49AA-AC87-A24D8A1CE3D6}">
      <dgm:prSet/>
      <dgm:spPr/>
      <dgm:t>
        <a:bodyPr/>
        <a:lstStyle/>
        <a:p>
          <a:endParaRPr lang="en-US"/>
        </a:p>
      </dgm:t>
    </dgm:pt>
    <dgm:pt modelId="{83355386-C29C-4084-9F8B-99C3722B4354}" type="sibTrans" cxnId="{8016BD62-6DE5-49AA-AC87-A24D8A1CE3D6}">
      <dgm:prSet/>
      <dgm:spPr/>
      <dgm:t>
        <a:bodyPr/>
        <a:lstStyle/>
        <a:p>
          <a:endParaRPr lang="en-US"/>
        </a:p>
      </dgm:t>
    </dgm:pt>
    <dgm:pt modelId="{EFAD9EC9-C74F-4858-B475-D0084E275953}">
      <dgm:prSet/>
      <dgm:spPr/>
      <dgm:t>
        <a:bodyPr/>
        <a:lstStyle/>
        <a:p>
          <a:r>
            <a:rPr lang="es-ES"/>
            <a:t>Evaluate the capacity of the </a:t>
          </a:r>
          <a:r>
            <a:rPr lang="es-ES" b="1"/>
            <a:t>electric bike fleet</a:t>
          </a:r>
          <a:r>
            <a:rPr lang="es-ES"/>
            <a:t> and promote classic bikes when appropriate.</a:t>
          </a:r>
          <a:endParaRPr lang="en-US"/>
        </a:p>
      </dgm:t>
    </dgm:pt>
    <dgm:pt modelId="{5506CC02-ACC8-4132-80E2-007F680A4CBA}" type="parTrans" cxnId="{3B3A4BD6-1F49-4EDC-ADED-E584AEA4DCF2}">
      <dgm:prSet/>
      <dgm:spPr/>
      <dgm:t>
        <a:bodyPr/>
        <a:lstStyle/>
        <a:p>
          <a:endParaRPr lang="en-US"/>
        </a:p>
      </dgm:t>
    </dgm:pt>
    <dgm:pt modelId="{3AB89A8D-5DF8-45D1-B887-D83B255091B4}" type="sibTrans" cxnId="{3B3A4BD6-1F49-4EDC-ADED-E584AEA4DCF2}">
      <dgm:prSet/>
      <dgm:spPr/>
      <dgm:t>
        <a:bodyPr/>
        <a:lstStyle/>
        <a:p>
          <a:endParaRPr lang="en-US"/>
        </a:p>
      </dgm:t>
    </dgm:pt>
    <dgm:pt modelId="{192ECB49-1041-470B-AE89-4B1FB2B264CD}">
      <dgm:prSet/>
      <dgm:spPr/>
      <dgm:t>
        <a:bodyPr/>
        <a:lstStyle/>
        <a:p>
          <a:r>
            <a:rPr lang="es-ES"/>
            <a:t>Analyze high-demand stations to improve bike allocation and operational efficiency.</a:t>
          </a:r>
          <a:endParaRPr lang="en-US"/>
        </a:p>
      </dgm:t>
    </dgm:pt>
    <dgm:pt modelId="{C63D4A32-1470-48D3-B491-2744D8B72B92}" type="parTrans" cxnId="{439E5B8E-7C15-40A5-80E4-61EF5159B76D}">
      <dgm:prSet/>
      <dgm:spPr/>
      <dgm:t>
        <a:bodyPr/>
        <a:lstStyle/>
        <a:p>
          <a:endParaRPr lang="en-US"/>
        </a:p>
      </dgm:t>
    </dgm:pt>
    <dgm:pt modelId="{45781612-AB96-438A-80F4-EA04C6F2F648}" type="sibTrans" cxnId="{439E5B8E-7C15-40A5-80E4-61EF5159B76D}">
      <dgm:prSet/>
      <dgm:spPr/>
      <dgm:t>
        <a:bodyPr/>
        <a:lstStyle/>
        <a:p>
          <a:endParaRPr lang="en-US"/>
        </a:p>
      </dgm:t>
    </dgm:pt>
    <dgm:pt modelId="{54AF132A-F46D-4E23-A9C9-C1A565B78445}" type="pres">
      <dgm:prSet presAssocID="{E7E9F086-A5ED-4DEE-87B5-D95AA2135FF5}" presName="Name0" presStyleCnt="0">
        <dgm:presLayoutVars>
          <dgm:dir/>
          <dgm:animLvl val="lvl"/>
          <dgm:resizeHandles val="exact"/>
        </dgm:presLayoutVars>
      </dgm:prSet>
      <dgm:spPr/>
    </dgm:pt>
    <dgm:pt modelId="{54877654-0376-4CD3-A94B-2370E8620168}" type="pres">
      <dgm:prSet presAssocID="{192ECB49-1041-470B-AE89-4B1FB2B264CD}" presName="boxAndChildren" presStyleCnt="0"/>
      <dgm:spPr/>
    </dgm:pt>
    <dgm:pt modelId="{0CB95E62-A562-4E1A-B47F-4DE050CDAD24}" type="pres">
      <dgm:prSet presAssocID="{192ECB49-1041-470B-AE89-4B1FB2B264CD}" presName="parentTextBox" presStyleLbl="node1" presStyleIdx="0" presStyleCnt="5"/>
      <dgm:spPr/>
    </dgm:pt>
    <dgm:pt modelId="{EEE98F01-03E4-42AE-8787-820AFA62CD29}" type="pres">
      <dgm:prSet presAssocID="{3AB89A8D-5DF8-45D1-B887-D83B255091B4}" presName="sp" presStyleCnt="0"/>
      <dgm:spPr/>
    </dgm:pt>
    <dgm:pt modelId="{56111886-7E98-4960-8DA5-52E58967DF97}" type="pres">
      <dgm:prSet presAssocID="{EFAD9EC9-C74F-4858-B475-D0084E275953}" presName="arrowAndChildren" presStyleCnt="0"/>
      <dgm:spPr/>
    </dgm:pt>
    <dgm:pt modelId="{CB43E5D2-3DD7-4095-B6C2-21991D2FF61F}" type="pres">
      <dgm:prSet presAssocID="{EFAD9EC9-C74F-4858-B475-D0084E275953}" presName="parentTextArrow" presStyleLbl="node1" presStyleIdx="1" presStyleCnt="5"/>
      <dgm:spPr/>
    </dgm:pt>
    <dgm:pt modelId="{BA498DB5-C13C-4592-8772-9A00460063A8}" type="pres">
      <dgm:prSet presAssocID="{83355386-C29C-4084-9F8B-99C3722B4354}" presName="sp" presStyleCnt="0"/>
      <dgm:spPr/>
    </dgm:pt>
    <dgm:pt modelId="{E868662A-96CD-42F9-8B3C-CD622D9ED7D4}" type="pres">
      <dgm:prSet presAssocID="{ED6C17A0-B903-47B2-945D-3DC9449716C7}" presName="arrowAndChildren" presStyleCnt="0"/>
      <dgm:spPr/>
    </dgm:pt>
    <dgm:pt modelId="{0C02E502-A23F-4148-8A76-18F5073446F1}" type="pres">
      <dgm:prSet presAssocID="{ED6C17A0-B903-47B2-945D-3DC9449716C7}" presName="parentTextArrow" presStyleLbl="node1" presStyleIdx="2" presStyleCnt="5"/>
      <dgm:spPr/>
    </dgm:pt>
    <dgm:pt modelId="{577EDD25-6757-4E46-8BB1-208709A75E60}" type="pres">
      <dgm:prSet presAssocID="{781541F9-EB27-45AC-9348-EBF646FDCC78}" presName="sp" presStyleCnt="0"/>
      <dgm:spPr/>
    </dgm:pt>
    <dgm:pt modelId="{EE64F2AF-7B49-4414-9510-7D1AF7AC1F07}" type="pres">
      <dgm:prSet presAssocID="{ABE2709C-C1C6-4A72-A231-BE992176E0F8}" presName="arrowAndChildren" presStyleCnt="0"/>
      <dgm:spPr/>
    </dgm:pt>
    <dgm:pt modelId="{1A99A92B-67C8-4ADB-9578-BF0E7C9D6564}" type="pres">
      <dgm:prSet presAssocID="{ABE2709C-C1C6-4A72-A231-BE992176E0F8}" presName="parentTextArrow" presStyleLbl="node1" presStyleIdx="3" presStyleCnt="5"/>
      <dgm:spPr/>
    </dgm:pt>
    <dgm:pt modelId="{22B7C3E6-228A-4AF5-B800-6DFFD26C4231}" type="pres">
      <dgm:prSet presAssocID="{51DB1B5C-D2D6-4774-B23D-0D176AED36A3}" presName="sp" presStyleCnt="0"/>
      <dgm:spPr/>
    </dgm:pt>
    <dgm:pt modelId="{5F509736-D8AC-4206-A787-FA336B186E44}" type="pres">
      <dgm:prSet presAssocID="{64AF03F8-E1BF-46B6-AD8F-016A457714C1}" presName="arrowAndChildren" presStyleCnt="0"/>
      <dgm:spPr/>
    </dgm:pt>
    <dgm:pt modelId="{E2739987-2E07-45A9-A6A2-74DE6EE15FE8}" type="pres">
      <dgm:prSet presAssocID="{64AF03F8-E1BF-46B6-AD8F-016A457714C1}" presName="parentTextArrow" presStyleLbl="node1" presStyleIdx="4" presStyleCnt="5"/>
      <dgm:spPr/>
    </dgm:pt>
  </dgm:ptLst>
  <dgm:cxnLst>
    <dgm:cxn modelId="{8B40A539-AD73-456B-8A73-E7A36BA83026}" type="presOf" srcId="{E7E9F086-A5ED-4DEE-87B5-D95AA2135FF5}" destId="{54AF132A-F46D-4E23-A9C9-C1A565B78445}" srcOrd="0" destOrd="0" presId="urn:microsoft.com/office/officeart/2005/8/layout/process4"/>
    <dgm:cxn modelId="{8016BD62-6DE5-49AA-AC87-A24D8A1CE3D6}" srcId="{E7E9F086-A5ED-4DEE-87B5-D95AA2135FF5}" destId="{ED6C17A0-B903-47B2-945D-3DC9449716C7}" srcOrd="2" destOrd="0" parTransId="{8F20A10C-FB71-419F-9B56-2A749281F2FB}" sibTransId="{83355386-C29C-4084-9F8B-99C3722B4354}"/>
    <dgm:cxn modelId="{C86D676F-A055-4439-8133-D311B0B755AC}" type="presOf" srcId="{192ECB49-1041-470B-AE89-4B1FB2B264CD}" destId="{0CB95E62-A562-4E1A-B47F-4DE050CDAD24}" srcOrd="0" destOrd="0" presId="urn:microsoft.com/office/officeart/2005/8/layout/process4"/>
    <dgm:cxn modelId="{45166055-0FAA-427F-B80C-A553F0CAA23F}" type="presOf" srcId="{EFAD9EC9-C74F-4858-B475-D0084E275953}" destId="{CB43E5D2-3DD7-4095-B6C2-21991D2FF61F}" srcOrd="0" destOrd="0" presId="urn:microsoft.com/office/officeart/2005/8/layout/process4"/>
    <dgm:cxn modelId="{A6752C5A-1FDC-4D4B-A0CD-D8376086DCFE}" srcId="{E7E9F086-A5ED-4DEE-87B5-D95AA2135FF5}" destId="{64AF03F8-E1BF-46B6-AD8F-016A457714C1}" srcOrd="0" destOrd="0" parTransId="{C75042F9-9040-472B-96E7-423ADDC53FC1}" sibTransId="{51DB1B5C-D2D6-4774-B23D-0D176AED36A3}"/>
    <dgm:cxn modelId="{439E5B8E-7C15-40A5-80E4-61EF5159B76D}" srcId="{E7E9F086-A5ED-4DEE-87B5-D95AA2135FF5}" destId="{192ECB49-1041-470B-AE89-4B1FB2B264CD}" srcOrd="4" destOrd="0" parTransId="{C63D4A32-1470-48D3-B491-2744D8B72B92}" sibTransId="{45781612-AB96-438A-80F4-EA04C6F2F648}"/>
    <dgm:cxn modelId="{395718B2-09C2-4606-9975-A6DB0ED16E6A}" srcId="{E7E9F086-A5ED-4DEE-87B5-D95AA2135FF5}" destId="{ABE2709C-C1C6-4A72-A231-BE992176E0F8}" srcOrd="1" destOrd="0" parTransId="{C16D6231-96C5-4423-B86F-511291B390AC}" sibTransId="{781541F9-EB27-45AC-9348-EBF646FDCC78}"/>
    <dgm:cxn modelId="{6F9D72B3-297D-4010-B4F0-BA389BD7BCE4}" type="presOf" srcId="{ABE2709C-C1C6-4A72-A231-BE992176E0F8}" destId="{1A99A92B-67C8-4ADB-9578-BF0E7C9D6564}" srcOrd="0" destOrd="0" presId="urn:microsoft.com/office/officeart/2005/8/layout/process4"/>
    <dgm:cxn modelId="{3B3A4BD6-1F49-4EDC-ADED-E584AEA4DCF2}" srcId="{E7E9F086-A5ED-4DEE-87B5-D95AA2135FF5}" destId="{EFAD9EC9-C74F-4858-B475-D0084E275953}" srcOrd="3" destOrd="0" parTransId="{5506CC02-ACC8-4132-80E2-007F680A4CBA}" sibTransId="{3AB89A8D-5DF8-45D1-B887-D83B255091B4}"/>
    <dgm:cxn modelId="{7199B1DC-A23C-4B50-A143-65B9B976BDC0}" type="presOf" srcId="{ED6C17A0-B903-47B2-945D-3DC9449716C7}" destId="{0C02E502-A23F-4148-8A76-18F5073446F1}" srcOrd="0" destOrd="0" presId="urn:microsoft.com/office/officeart/2005/8/layout/process4"/>
    <dgm:cxn modelId="{A8AE2CFF-C5EB-482A-BC38-0B2B185C709E}" type="presOf" srcId="{64AF03F8-E1BF-46B6-AD8F-016A457714C1}" destId="{E2739987-2E07-45A9-A6A2-74DE6EE15FE8}" srcOrd="0" destOrd="0" presId="urn:microsoft.com/office/officeart/2005/8/layout/process4"/>
    <dgm:cxn modelId="{90586DB8-B00F-477F-858E-2494F248B2D5}" type="presParOf" srcId="{54AF132A-F46D-4E23-A9C9-C1A565B78445}" destId="{54877654-0376-4CD3-A94B-2370E8620168}" srcOrd="0" destOrd="0" presId="urn:microsoft.com/office/officeart/2005/8/layout/process4"/>
    <dgm:cxn modelId="{902EFB5D-1A79-493B-A658-07FEE5E19E03}" type="presParOf" srcId="{54877654-0376-4CD3-A94B-2370E8620168}" destId="{0CB95E62-A562-4E1A-B47F-4DE050CDAD24}" srcOrd="0" destOrd="0" presId="urn:microsoft.com/office/officeart/2005/8/layout/process4"/>
    <dgm:cxn modelId="{C7D98043-8886-406A-8401-D9936D0EA6CA}" type="presParOf" srcId="{54AF132A-F46D-4E23-A9C9-C1A565B78445}" destId="{EEE98F01-03E4-42AE-8787-820AFA62CD29}" srcOrd="1" destOrd="0" presId="urn:microsoft.com/office/officeart/2005/8/layout/process4"/>
    <dgm:cxn modelId="{4A8A8549-FDAB-421E-A107-E0F891BCAFD3}" type="presParOf" srcId="{54AF132A-F46D-4E23-A9C9-C1A565B78445}" destId="{56111886-7E98-4960-8DA5-52E58967DF97}" srcOrd="2" destOrd="0" presId="urn:microsoft.com/office/officeart/2005/8/layout/process4"/>
    <dgm:cxn modelId="{BED2376A-E8BA-459B-A186-DF76AF211CBA}" type="presParOf" srcId="{56111886-7E98-4960-8DA5-52E58967DF97}" destId="{CB43E5D2-3DD7-4095-B6C2-21991D2FF61F}" srcOrd="0" destOrd="0" presId="urn:microsoft.com/office/officeart/2005/8/layout/process4"/>
    <dgm:cxn modelId="{D46F7593-1F23-401B-9E06-7B03728B24E8}" type="presParOf" srcId="{54AF132A-F46D-4E23-A9C9-C1A565B78445}" destId="{BA498DB5-C13C-4592-8772-9A00460063A8}" srcOrd="3" destOrd="0" presId="urn:microsoft.com/office/officeart/2005/8/layout/process4"/>
    <dgm:cxn modelId="{9AAD39FF-710C-4757-A302-B9EA872D7E41}" type="presParOf" srcId="{54AF132A-F46D-4E23-A9C9-C1A565B78445}" destId="{E868662A-96CD-42F9-8B3C-CD622D9ED7D4}" srcOrd="4" destOrd="0" presId="urn:microsoft.com/office/officeart/2005/8/layout/process4"/>
    <dgm:cxn modelId="{4121ADE9-3830-486C-9E86-5A35BFFA76C6}" type="presParOf" srcId="{E868662A-96CD-42F9-8B3C-CD622D9ED7D4}" destId="{0C02E502-A23F-4148-8A76-18F5073446F1}" srcOrd="0" destOrd="0" presId="urn:microsoft.com/office/officeart/2005/8/layout/process4"/>
    <dgm:cxn modelId="{8165AD12-BEBF-4F9F-9748-2626B79EE5C6}" type="presParOf" srcId="{54AF132A-F46D-4E23-A9C9-C1A565B78445}" destId="{577EDD25-6757-4E46-8BB1-208709A75E60}" srcOrd="5" destOrd="0" presId="urn:microsoft.com/office/officeart/2005/8/layout/process4"/>
    <dgm:cxn modelId="{85D81A9B-78BB-460B-8E00-D0C489510CAF}" type="presParOf" srcId="{54AF132A-F46D-4E23-A9C9-C1A565B78445}" destId="{EE64F2AF-7B49-4414-9510-7D1AF7AC1F07}" srcOrd="6" destOrd="0" presId="urn:microsoft.com/office/officeart/2005/8/layout/process4"/>
    <dgm:cxn modelId="{3E4DB27E-E64D-4924-9898-6A28E6DEF98C}" type="presParOf" srcId="{EE64F2AF-7B49-4414-9510-7D1AF7AC1F07}" destId="{1A99A92B-67C8-4ADB-9578-BF0E7C9D6564}" srcOrd="0" destOrd="0" presId="urn:microsoft.com/office/officeart/2005/8/layout/process4"/>
    <dgm:cxn modelId="{CED94C72-D278-4F8F-B1F8-8F39906469CC}" type="presParOf" srcId="{54AF132A-F46D-4E23-A9C9-C1A565B78445}" destId="{22B7C3E6-228A-4AF5-B800-6DFFD26C4231}" srcOrd="7" destOrd="0" presId="urn:microsoft.com/office/officeart/2005/8/layout/process4"/>
    <dgm:cxn modelId="{FE51F596-48C8-456C-924F-C77565F105F1}" type="presParOf" srcId="{54AF132A-F46D-4E23-A9C9-C1A565B78445}" destId="{5F509736-D8AC-4206-A787-FA336B186E44}" srcOrd="8" destOrd="0" presId="urn:microsoft.com/office/officeart/2005/8/layout/process4"/>
    <dgm:cxn modelId="{76D113BA-0A3A-4CE5-A798-E8DD375C0DFE}" type="presParOf" srcId="{5F509736-D8AC-4206-A787-FA336B186E44}" destId="{E2739987-2E07-45A9-A6A2-74DE6EE15FE8}"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984AB47-17A4-4D1C-B30F-7BB681AF8F79}"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AEADED51-9254-4477-89A4-86BE5C41F105}">
      <dgm:prSet/>
      <dgm:spPr/>
      <dgm:t>
        <a:bodyPr/>
        <a:lstStyle/>
        <a:p>
          <a:r>
            <a:rPr lang="es-ES"/>
            <a:t>Analyze bike availability during peak demand periods. </a:t>
          </a:r>
          <a:endParaRPr lang="en-US"/>
        </a:p>
      </dgm:t>
    </dgm:pt>
    <dgm:pt modelId="{4803251C-DCCA-418A-8A5D-3B8B5FE35608}" type="parTrans" cxnId="{BC85CD6F-D294-4558-8741-D77730BDEE16}">
      <dgm:prSet/>
      <dgm:spPr/>
      <dgm:t>
        <a:bodyPr/>
        <a:lstStyle/>
        <a:p>
          <a:endParaRPr lang="en-US"/>
        </a:p>
      </dgm:t>
    </dgm:pt>
    <dgm:pt modelId="{39EB191D-E5C9-41C2-9240-D5676BFC6A8C}" type="sibTrans" cxnId="{BC85CD6F-D294-4558-8741-D77730BDEE16}">
      <dgm:prSet/>
      <dgm:spPr/>
      <dgm:t>
        <a:bodyPr/>
        <a:lstStyle/>
        <a:p>
          <a:endParaRPr lang="en-US"/>
        </a:p>
      </dgm:t>
    </dgm:pt>
    <dgm:pt modelId="{AC49F25A-1BF4-42B2-8E7D-4DAAA8F4C162}">
      <dgm:prSet/>
      <dgm:spPr/>
      <dgm:t>
        <a:bodyPr/>
        <a:lstStyle/>
        <a:p>
          <a:r>
            <a:rPr lang="es-ES"/>
            <a:t>Investigate the factors driving demand at the busiest stations. </a:t>
          </a:r>
          <a:endParaRPr lang="en-US"/>
        </a:p>
      </dgm:t>
    </dgm:pt>
    <dgm:pt modelId="{B3A0D93D-0496-4BA4-AC3B-607BA14F302F}" type="parTrans" cxnId="{4F1DD4EB-1CAF-4385-AA98-26376DC18AF6}">
      <dgm:prSet/>
      <dgm:spPr/>
      <dgm:t>
        <a:bodyPr/>
        <a:lstStyle/>
        <a:p>
          <a:endParaRPr lang="en-US"/>
        </a:p>
      </dgm:t>
    </dgm:pt>
    <dgm:pt modelId="{E04115A5-EE02-4C04-A7E4-8FA8C44C5C13}" type="sibTrans" cxnId="{4F1DD4EB-1CAF-4385-AA98-26376DC18AF6}">
      <dgm:prSet/>
      <dgm:spPr/>
      <dgm:t>
        <a:bodyPr/>
        <a:lstStyle/>
        <a:p>
          <a:endParaRPr lang="en-US"/>
        </a:p>
      </dgm:t>
    </dgm:pt>
    <dgm:pt modelId="{E214A4CD-A4E2-4D02-BCC8-04630A64A40B}">
      <dgm:prSet/>
      <dgm:spPr/>
      <dgm:t>
        <a:bodyPr/>
        <a:lstStyle/>
        <a:p>
          <a:r>
            <a:rPr lang="es-ES"/>
            <a:t>Measure the impact of marketing campaigns on membership conversion. </a:t>
          </a:r>
          <a:endParaRPr lang="en-US"/>
        </a:p>
      </dgm:t>
    </dgm:pt>
    <dgm:pt modelId="{1D2ACF9A-B85A-49C2-AAE3-9A5D596E7CCB}" type="parTrans" cxnId="{1837AD1E-F944-4289-A1D2-F83B6B0319D0}">
      <dgm:prSet/>
      <dgm:spPr/>
      <dgm:t>
        <a:bodyPr/>
        <a:lstStyle/>
        <a:p>
          <a:endParaRPr lang="en-US"/>
        </a:p>
      </dgm:t>
    </dgm:pt>
    <dgm:pt modelId="{D0211562-E6FA-4F32-BAA3-12FBC4CE34FE}" type="sibTrans" cxnId="{1837AD1E-F944-4289-A1D2-F83B6B0319D0}">
      <dgm:prSet/>
      <dgm:spPr/>
      <dgm:t>
        <a:bodyPr/>
        <a:lstStyle/>
        <a:p>
          <a:endParaRPr lang="en-US"/>
        </a:p>
      </dgm:t>
    </dgm:pt>
    <dgm:pt modelId="{7110217B-592A-4CCC-871E-A5A6C50C87F1}">
      <dgm:prSet/>
      <dgm:spPr/>
      <dgm:t>
        <a:bodyPr/>
        <a:lstStyle/>
        <a:p>
          <a:r>
            <a:rPr lang="es-ES"/>
            <a:t>Evaluate the relationship between fleet availability and trip demand. </a:t>
          </a:r>
          <a:endParaRPr lang="en-US"/>
        </a:p>
      </dgm:t>
    </dgm:pt>
    <dgm:pt modelId="{4E4F0694-5D1D-4A6E-8618-4E8FCAAE0737}" type="parTrans" cxnId="{E460045C-ED86-4A88-B7AF-D0140A8633B8}">
      <dgm:prSet/>
      <dgm:spPr/>
      <dgm:t>
        <a:bodyPr/>
        <a:lstStyle/>
        <a:p>
          <a:endParaRPr lang="en-US"/>
        </a:p>
      </dgm:t>
    </dgm:pt>
    <dgm:pt modelId="{2D0B9E1B-3787-4025-8C9C-3F4CEDCA2F6C}" type="sibTrans" cxnId="{E460045C-ED86-4A88-B7AF-D0140A8633B8}">
      <dgm:prSet/>
      <dgm:spPr/>
      <dgm:t>
        <a:bodyPr/>
        <a:lstStyle/>
        <a:p>
          <a:endParaRPr lang="en-US"/>
        </a:p>
      </dgm:t>
    </dgm:pt>
    <dgm:pt modelId="{E1C4AAC1-0E60-488D-9BFA-AFF2F7A33799}" type="pres">
      <dgm:prSet presAssocID="{F984AB47-17A4-4D1C-B30F-7BB681AF8F79}" presName="root" presStyleCnt="0">
        <dgm:presLayoutVars>
          <dgm:dir/>
          <dgm:resizeHandles val="exact"/>
        </dgm:presLayoutVars>
      </dgm:prSet>
      <dgm:spPr/>
    </dgm:pt>
    <dgm:pt modelId="{69345B76-B899-42E0-A280-ECEB89709478}" type="pres">
      <dgm:prSet presAssocID="{AEADED51-9254-4477-89A4-86BE5C41F105}" presName="compNode" presStyleCnt="0"/>
      <dgm:spPr/>
    </dgm:pt>
    <dgm:pt modelId="{4279CAAF-5ED0-4ECC-998D-F18083EF47AE}" type="pres">
      <dgm:prSet presAssocID="{AEADED51-9254-4477-89A4-86BE5C41F10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iclismo"/>
        </a:ext>
      </dgm:extLst>
    </dgm:pt>
    <dgm:pt modelId="{AA6AD1BB-E52B-49BD-B95F-135107931509}" type="pres">
      <dgm:prSet presAssocID="{AEADED51-9254-4477-89A4-86BE5C41F105}" presName="spaceRect" presStyleCnt="0"/>
      <dgm:spPr/>
    </dgm:pt>
    <dgm:pt modelId="{9B03BD10-1843-4458-B4BA-422E1B59000F}" type="pres">
      <dgm:prSet presAssocID="{AEADED51-9254-4477-89A4-86BE5C41F105}" presName="textRect" presStyleLbl="revTx" presStyleIdx="0" presStyleCnt="4">
        <dgm:presLayoutVars>
          <dgm:chMax val="1"/>
          <dgm:chPref val="1"/>
        </dgm:presLayoutVars>
      </dgm:prSet>
      <dgm:spPr/>
    </dgm:pt>
    <dgm:pt modelId="{A2F85449-0741-45FB-BFC3-654A337E383B}" type="pres">
      <dgm:prSet presAssocID="{39EB191D-E5C9-41C2-9240-D5676BFC6A8C}" presName="sibTrans" presStyleCnt="0"/>
      <dgm:spPr/>
    </dgm:pt>
    <dgm:pt modelId="{A6028C38-FA41-4D2C-9F14-EF48135A54A4}" type="pres">
      <dgm:prSet presAssocID="{AC49F25A-1BF4-42B2-8E7D-4DAAA8F4C162}" presName="compNode" presStyleCnt="0"/>
      <dgm:spPr/>
    </dgm:pt>
    <dgm:pt modelId="{11954BFA-4817-48E7-ABF9-C0EAC82B1DA1}" type="pres">
      <dgm:prSet presAssocID="{AC49F25A-1BF4-42B2-8E7D-4DAAA8F4C162}"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che"/>
        </a:ext>
      </dgm:extLst>
    </dgm:pt>
    <dgm:pt modelId="{1DFF0FF3-E80A-4EFB-8828-23537FC90AA3}" type="pres">
      <dgm:prSet presAssocID="{AC49F25A-1BF4-42B2-8E7D-4DAAA8F4C162}" presName="spaceRect" presStyleCnt="0"/>
      <dgm:spPr/>
    </dgm:pt>
    <dgm:pt modelId="{E0F9CEB4-D7A5-4EC1-9577-E052DA5450B1}" type="pres">
      <dgm:prSet presAssocID="{AC49F25A-1BF4-42B2-8E7D-4DAAA8F4C162}" presName="textRect" presStyleLbl="revTx" presStyleIdx="1" presStyleCnt="4">
        <dgm:presLayoutVars>
          <dgm:chMax val="1"/>
          <dgm:chPref val="1"/>
        </dgm:presLayoutVars>
      </dgm:prSet>
      <dgm:spPr/>
    </dgm:pt>
    <dgm:pt modelId="{5CE5C4FE-DB94-422D-AD5A-A88C4282DBED}" type="pres">
      <dgm:prSet presAssocID="{E04115A5-EE02-4C04-A7E4-8FA8C44C5C13}" presName="sibTrans" presStyleCnt="0"/>
      <dgm:spPr/>
    </dgm:pt>
    <dgm:pt modelId="{16801CDF-D161-4820-91EA-724BC155A6D1}" type="pres">
      <dgm:prSet presAssocID="{E214A4CD-A4E2-4D02-BCC8-04630A64A40B}" presName="compNode" presStyleCnt="0"/>
      <dgm:spPr/>
    </dgm:pt>
    <dgm:pt modelId="{408FF511-9B70-4D1B-B9AD-666D7BFDFB8A}" type="pres">
      <dgm:prSet presAssocID="{E214A4CD-A4E2-4D02-BCC8-04630A64A40B}"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egáfono"/>
        </a:ext>
      </dgm:extLst>
    </dgm:pt>
    <dgm:pt modelId="{15728E97-514B-4B86-8983-A6CB80056E51}" type="pres">
      <dgm:prSet presAssocID="{E214A4CD-A4E2-4D02-BCC8-04630A64A40B}" presName="spaceRect" presStyleCnt="0"/>
      <dgm:spPr/>
    </dgm:pt>
    <dgm:pt modelId="{00FBBED0-EBC5-40EE-AD60-A32B96033416}" type="pres">
      <dgm:prSet presAssocID="{E214A4CD-A4E2-4D02-BCC8-04630A64A40B}" presName="textRect" presStyleLbl="revTx" presStyleIdx="2" presStyleCnt="4">
        <dgm:presLayoutVars>
          <dgm:chMax val="1"/>
          <dgm:chPref val="1"/>
        </dgm:presLayoutVars>
      </dgm:prSet>
      <dgm:spPr/>
    </dgm:pt>
    <dgm:pt modelId="{C0F24015-6D0B-4848-BD73-41E96358621B}" type="pres">
      <dgm:prSet presAssocID="{D0211562-E6FA-4F32-BAA3-12FBC4CE34FE}" presName="sibTrans" presStyleCnt="0"/>
      <dgm:spPr/>
    </dgm:pt>
    <dgm:pt modelId="{59DC1135-69CB-4368-A01D-FCD62AF4250C}" type="pres">
      <dgm:prSet presAssocID="{7110217B-592A-4CCC-871E-A5A6C50C87F1}" presName="compNode" presStyleCnt="0"/>
      <dgm:spPr/>
    </dgm:pt>
    <dgm:pt modelId="{02752B89-DE41-48F8-BC63-31935F6D6091}" type="pres">
      <dgm:prSet presAssocID="{7110217B-592A-4CCC-871E-A5A6C50C87F1}"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mión"/>
        </a:ext>
      </dgm:extLst>
    </dgm:pt>
    <dgm:pt modelId="{411B01EE-64B1-414B-85E2-68115D1BD29A}" type="pres">
      <dgm:prSet presAssocID="{7110217B-592A-4CCC-871E-A5A6C50C87F1}" presName="spaceRect" presStyleCnt="0"/>
      <dgm:spPr/>
    </dgm:pt>
    <dgm:pt modelId="{428B5EFE-F124-4A0C-B14D-FDB398D8897E}" type="pres">
      <dgm:prSet presAssocID="{7110217B-592A-4CCC-871E-A5A6C50C87F1}" presName="textRect" presStyleLbl="revTx" presStyleIdx="3" presStyleCnt="4">
        <dgm:presLayoutVars>
          <dgm:chMax val="1"/>
          <dgm:chPref val="1"/>
        </dgm:presLayoutVars>
      </dgm:prSet>
      <dgm:spPr/>
    </dgm:pt>
  </dgm:ptLst>
  <dgm:cxnLst>
    <dgm:cxn modelId="{1837AD1E-F944-4289-A1D2-F83B6B0319D0}" srcId="{F984AB47-17A4-4D1C-B30F-7BB681AF8F79}" destId="{E214A4CD-A4E2-4D02-BCC8-04630A64A40B}" srcOrd="2" destOrd="0" parTransId="{1D2ACF9A-B85A-49C2-AAE3-9A5D596E7CCB}" sibTransId="{D0211562-E6FA-4F32-BAA3-12FBC4CE34FE}"/>
    <dgm:cxn modelId="{3484A72E-01FD-4AA3-B40A-921F3855D451}" type="presOf" srcId="{F984AB47-17A4-4D1C-B30F-7BB681AF8F79}" destId="{E1C4AAC1-0E60-488D-9BFA-AFF2F7A33799}" srcOrd="0" destOrd="0" presId="urn:microsoft.com/office/officeart/2018/2/layout/IconLabelList"/>
    <dgm:cxn modelId="{F8A17F3F-553B-4588-BB8F-4E639BC0263B}" type="presOf" srcId="{7110217B-592A-4CCC-871E-A5A6C50C87F1}" destId="{428B5EFE-F124-4A0C-B14D-FDB398D8897E}" srcOrd="0" destOrd="0" presId="urn:microsoft.com/office/officeart/2018/2/layout/IconLabelList"/>
    <dgm:cxn modelId="{E460045C-ED86-4A88-B7AF-D0140A8633B8}" srcId="{F984AB47-17A4-4D1C-B30F-7BB681AF8F79}" destId="{7110217B-592A-4CCC-871E-A5A6C50C87F1}" srcOrd="3" destOrd="0" parTransId="{4E4F0694-5D1D-4A6E-8618-4E8FCAAE0737}" sibTransId="{2D0B9E1B-3787-4025-8C9C-3F4CEDCA2F6C}"/>
    <dgm:cxn modelId="{BC85CD6F-D294-4558-8741-D77730BDEE16}" srcId="{F984AB47-17A4-4D1C-B30F-7BB681AF8F79}" destId="{AEADED51-9254-4477-89A4-86BE5C41F105}" srcOrd="0" destOrd="0" parTransId="{4803251C-DCCA-418A-8A5D-3B8B5FE35608}" sibTransId="{39EB191D-E5C9-41C2-9240-D5676BFC6A8C}"/>
    <dgm:cxn modelId="{EBC0E989-1271-4964-858D-D4F1270BD6D9}" type="presOf" srcId="{AC49F25A-1BF4-42B2-8E7D-4DAAA8F4C162}" destId="{E0F9CEB4-D7A5-4EC1-9577-E052DA5450B1}" srcOrd="0" destOrd="0" presId="urn:microsoft.com/office/officeart/2018/2/layout/IconLabelList"/>
    <dgm:cxn modelId="{D4FFE4C9-6A6E-4C11-9C94-5C9DFD3DDBFB}" type="presOf" srcId="{AEADED51-9254-4477-89A4-86BE5C41F105}" destId="{9B03BD10-1843-4458-B4BA-422E1B59000F}" srcOrd="0" destOrd="0" presId="urn:microsoft.com/office/officeart/2018/2/layout/IconLabelList"/>
    <dgm:cxn modelId="{4F1DD4EB-1CAF-4385-AA98-26376DC18AF6}" srcId="{F984AB47-17A4-4D1C-B30F-7BB681AF8F79}" destId="{AC49F25A-1BF4-42B2-8E7D-4DAAA8F4C162}" srcOrd="1" destOrd="0" parTransId="{B3A0D93D-0496-4BA4-AC3B-607BA14F302F}" sibTransId="{E04115A5-EE02-4C04-A7E4-8FA8C44C5C13}"/>
    <dgm:cxn modelId="{7D37F0FB-2D95-49CB-97FF-61344E3492CA}" type="presOf" srcId="{E214A4CD-A4E2-4D02-BCC8-04630A64A40B}" destId="{00FBBED0-EBC5-40EE-AD60-A32B96033416}" srcOrd="0" destOrd="0" presId="urn:microsoft.com/office/officeart/2018/2/layout/IconLabelList"/>
    <dgm:cxn modelId="{4B58996D-D7B7-44C3-ABA0-47DFC9F640B2}" type="presParOf" srcId="{E1C4AAC1-0E60-488D-9BFA-AFF2F7A33799}" destId="{69345B76-B899-42E0-A280-ECEB89709478}" srcOrd="0" destOrd="0" presId="urn:microsoft.com/office/officeart/2018/2/layout/IconLabelList"/>
    <dgm:cxn modelId="{0A641D8E-4997-441C-B12A-2A254EC090D8}" type="presParOf" srcId="{69345B76-B899-42E0-A280-ECEB89709478}" destId="{4279CAAF-5ED0-4ECC-998D-F18083EF47AE}" srcOrd="0" destOrd="0" presId="urn:microsoft.com/office/officeart/2018/2/layout/IconLabelList"/>
    <dgm:cxn modelId="{5A251FB2-F06F-43E0-A34B-2619C9A6DBD3}" type="presParOf" srcId="{69345B76-B899-42E0-A280-ECEB89709478}" destId="{AA6AD1BB-E52B-49BD-B95F-135107931509}" srcOrd="1" destOrd="0" presId="urn:microsoft.com/office/officeart/2018/2/layout/IconLabelList"/>
    <dgm:cxn modelId="{70D9AFB8-4CEB-42D9-925C-D8D8144A3CDC}" type="presParOf" srcId="{69345B76-B899-42E0-A280-ECEB89709478}" destId="{9B03BD10-1843-4458-B4BA-422E1B59000F}" srcOrd="2" destOrd="0" presId="urn:microsoft.com/office/officeart/2018/2/layout/IconLabelList"/>
    <dgm:cxn modelId="{2E26C807-B569-4290-AA28-C19C276CA639}" type="presParOf" srcId="{E1C4AAC1-0E60-488D-9BFA-AFF2F7A33799}" destId="{A2F85449-0741-45FB-BFC3-654A337E383B}" srcOrd="1" destOrd="0" presId="urn:microsoft.com/office/officeart/2018/2/layout/IconLabelList"/>
    <dgm:cxn modelId="{8AB65705-8340-4003-AD6B-FDEB730DEBF9}" type="presParOf" srcId="{E1C4AAC1-0E60-488D-9BFA-AFF2F7A33799}" destId="{A6028C38-FA41-4D2C-9F14-EF48135A54A4}" srcOrd="2" destOrd="0" presId="urn:microsoft.com/office/officeart/2018/2/layout/IconLabelList"/>
    <dgm:cxn modelId="{1D6F3F7C-0A94-490E-BF14-C6AAB13B8518}" type="presParOf" srcId="{A6028C38-FA41-4D2C-9F14-EF48135A54A4}" destId="{11954BFA-4817-48E7-ABF9-C0EAC82B1DA1}" srcOrd="0" destOrd="0" presId="urn:microsoft.com/office/officeart/2018/2/layout/IconLabelList"/>
    <dgm:cxn modelId="{C723CF60-5BDC-4490-8E64-62F120FF5E80}" type="presParOf" srcId="{A6028C38-FA41-4D2C-9F14-EF48135A54A4}" destId="{1DFF0FF3-E80A-4EFB-8828-23537FC90AA3}" srcOrd="1" destOrd="0" presId="urn:microsoft.com/office/officeart/2018/2/layout/IconLabelList"/>
    <dgm:cxn modelId="{039AC0F8-C6FC-47A3-AEF0-0F4FB79B5F49}" type="presParOf" srcId="{A6028C38-FA41-4D2C-9F14-EF48135A54A4}" destId="{E0F9CEB4-D7A5-4EC1-9577-E052DA5450B1}" srcOrd="2" destOrd="0" presId="urn:microsoft.com/office/officeart/2018/2/layout/IconLabelList"/>
    <dgm:cxn modelId="{BA58162D-CBED-4752-8AD8-F3FB46231FE4}" type="presParOf" srcId="{E1C4AAC1-0E60-488D-9BFA-AFF2F7A33799}" destId="{5CE5C4FE-DB94-422D-AD5A-A88C4282DBED}" srcOrd="3" destOrd="0" presId="urn:microsoft.com/office/officeart/2018/2/layout/IconLabelList"/>
    <dgm:cxn modelId="{D32B8FA6-3309-4AF9-8231-9F681EBD40A9}" type="presParOf" srcId="{E1C4AAC1-0E60-488D-9BFA-AFF2F7A33799}" destId="{16801CDF-D161-4820-91EA-724BC155A6D1}" srcOrd="4" destOrd="0" presId="urn:microsoft.com/office/officeart/2018/2/layout/IconLabelList"/>
    <dgm:cxn modelId="{8121949B-B031-4172-A37E-9CC7198EB5B5}" type="presParOf" srcId="{16801CDF-D161-4820-91EA-724BC155A6D1}" destId="{408FF511-9B70-4D1B-B9AD-666D7BFDFB8A}" srcOrd="0" destOrd="0" presId="urn:microsoft.com/office/officeart/2018/2/layout/IconLabelList"/>
    <dgm:cxn modelId="{9F770BA0-3CBE-4702-836B-4927E5A2228F}" type="presParOf" srcId="{16801CDF-D161-4820-91EA-724BC155A6D1}" destId="{15728E97-514B-4B86-8983-A6CB80056E51}" srcOrd="1" destOrd="0" presId="urn:microsoft.com/office/officeart/2018/2/layout/IconLabelList"/>
    <dgm:cxn modelId="{B9A7B500-B452-447E-961F-4C0AB2E4EAF4}" type="presParOf" srcId="{16801CDF-D161-4820-91EA-724BC155A6D1}" destId="{00FBBED0-EBC5-40EE-AD60-A32B96033416}" srcOrd="2" destOrd="0" presId="urn:microsoft.com/office/officeart/2018/2/layout/IconLabelList"/>
    <dgm:cxn modelId="{5325BD7B-8060-4B94-B123-6DF4942675B9}" type="presParOf" srcId="{E1C4AAC1-0E60-488D-9BFA-AFF2F7A33799}" destId="{C0F24015-6D0B-4848-BD73-41E96358621B}" srcOrd="5" destOrd="0" presId="urn:microsoft.com/office/officeart/2018/2/layout/IconLabelList"/>
    <dgm:cxn modelId="{AB4E8CD5-DF26-482A-886B-7D38B168BF46}" type="presParOf" srcId="{E1C4AAC1-0E60-488D-9BFA-AFF2F7A33799}" destId="{59DC1135-69CB-4368-A01D-FCD62AF4250C}" srcOrd="6" destOrd="0" presId="urn:microsoft.com/office/officeart/2018/2/layout/IconLabelList"/>
    <dgm:cxn modelId="{90CE900C-0EA5-4D5E-9096-7A4687D1D59C}" type="presParOf" srcId="{59DC1135-69CB-4368-A01D-FCD62AF4250C}" destId="{02752B89-DE41-48F8-BC63-31935F6D6091}" srcOrd="0" destOrd="0" presId="urn:microsoft.com/office/officeart/2018/2/layout/IconLabelList"/>
    <dgm:cxn modelId="{7417EF19-2129-4505-8222-B6DD6EC2B6F1}" type="presParOf" srcId="{59DC1135-69CB-4368-A01D-FCD62AF4250C}" destId="{411B01EE-64B1-414B-85E2-68115D1BD29A}" srcOrd="1" destOrd="0" presId="urn:microsoft.com/office/officeart/2018/2/layout/IconLabelList"/>
    <dgm:cxn modelId="{AEE66B3A-3746-437B-A72A-86D808AE433D}" type="presParOf" srcId="{59DC1135-69CB-4368-A01D-FCD62AF4250C}" destId="{428B5EFE-F124-4A0C-B14D-FDB398D8897E}"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5FCF66-D4B5-4FEB-B892-61DB8ECF3FD8}">
      <dsp:nvSpPr>
        <dsp:cNvPr id="0" name=""/>
        <dsp:cNvSpPr/>
      </dsp:nvSpPr>
      <dsp:spPr>
        <a:xfrm>
          <a:off x="0" y="243271"/>
          <a:ext cx="6797675" cy="149877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The analysis revealed that annual members primarily use bicycles for their daily commutes. This conclusion is supported by hourly usage patterns, which show peak demand during typical commuting times.</a:t>
          </a:r>
        </a:p>
      </dsp:txBody>
      <dsp:txXfrm>
        <a:off x="73164" y="316435"/>
        <a:ext cx="6651347" cy="1352442"/>
      </dsp:txXfrm>
    </dsp:sp>
    <dsp:sp modelId="{A95D3090-9AE3-4C01-A88B-3E22A549E058}">
      <dsp:nvSpPr>
        <dsp:cNvPr id="0" name=""/>
        <dsp:cNvSpPr/>
      </dsp:nvSpPr>
      <dsp:spPr>
        <a:xfrm>
          <a:off x="0" y="1802521"/>
          <a:ext cx="6797675" cy="1498770"/>
        </a:xfrm>
        <a:prstGeom prst="roundRect">
          <a:avLst/>
        </a:prstGeom>
        <a:solidFill>
          <a:schemeClr val="accent2">
            <a:hueOff val="-665912"/>
            <a:satOff val="-293"/>
            <a:lumOff val="784"/>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On the other hand, casual riders primarily use the service for recreational purposes. The graphs show a significant increase in usage during weekends and the summer season, suggesting a connection to leisure activities and vacations.</a:t>
          </a:r>
        </a:p>
      </dsp:txBody>
      <dsp:txXfrm>
        <a:off x="73164" y="1875685"/>
        <a:ext cx="6651347" cy="1352442"/>
      </dsp:txXfrm>
    </dsp:sp>
    <dsp:sp modelId="{C35E2735-4CBA-4481-A20F-3706E0136108}">
      <dsp:nvSpPr>
        <dsp:cNvPr id="0" name=""/>
        <dsp:cNvSpPr/>
      </dsp:nvSpPr>
      <dsp:spPr>
        <a:xfrm>
          <a:off x="0" y="3361771"/>
          <a:ext cx="6797675" cy="1498770"/>
        </a:xfrm>
        <a:prstGeom prst="roundRect">
          <a:avLst/>
        </a:prstGeom>
        <a:solidFill>
          <a:schemeClr val="accent2">
            <a:hueOff val="-1331824"/>
            <a:satOff val="-586"/>
            <a:lumOff val="1569"/>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These behavioral differences present an opportunity to develop targeted marketing campaigns, offering promotions and benefits</a:t>
          </a:r>
          <a:r>
            <a:rPr lang="en-US" sz="2100" b="1" kern="1200"/>
            <a:t> aimed at casual users to encourage them to become annual members.</a:t>
          </a:r>
          <a:endParaRPr lang="en-US" sz="2100" kern="1200"/>
        </a:p>
      </dsp:txBody>
      <dsp:txXfrm>
        <a:off x="73164" y="3434935"/>
        <a:ext cx="6651347" cy="13524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8C07C7-D815-4F22-85D2-4A6AF43467B5}">
      <dsp:nvSpPr>
        <dsp:cNvPr id="0" name=""/>
        <dsp:cNvSpPr/>
      </dsp:nvSpPr>
      <dsp:spPr>
        <a:xfrm>
          <a:off x="0" y="1571"/>
          <a:ext cx="10058399" cy="79640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E968A13-77D0-406F-87ED-B0FB7DEB0FD6}">
      <dsp:nvSpPr>
        <dsp:cNvPr id="0" name=""/>
        <dsp:cNvSpPr/>
      </dsp:nvSpPr>
      <dsp:spPr>
        <a:xfrm>
          <a:off x="240913" y="180763"/>
          <a:ext cx="438024" cy="4380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D83D41-6BE6-4076-8179-47E8FBA2D5D5}">
      <dsp:nvSpPr>
        <dsp:cNvPr id="0" name=""/>
        <dsp:cNvSpPr/>
      </dsp:nvSpPr>
      <dsp:spPr>
        <a:xfrm>
          <a:off x="919851" y="157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90000"/>
            </a:lnSpc>
            <a:spcBef>
              <a:spcPct val="0"/>
            </a:spcBef>
            <a:spcAft>
              <a:spcPct val="35000"/>
            </a:spcAft>
            <a:buNone/>
          </a:pPr>
          <a:r>
            <a:rPr lang="es-ES" sz="1400" kern="1200"/>
            <a:t>Cyclistic has two customer segments: </a:t>
          </a:r>
          <a:r>
            <a:rPr lang="es-ES" sz="1400" b="1" kern="1200"/>
            <a:t>annual members</a:t>
          </a:r>
          <a:r>
            <a:rPr lang="es-ES" sz="1400" kern="1200"/>
            <a:t> and </a:t>
          </a:r>
          <a:r>
            <a:rPr lang="es-ES" sz="1400" b="1" kern="1200"/>
            <a:t>casual riders</a:t>
          </a:r>
          <a:r>
            <a:rPr lang="es-ES" sz="1400" kern="1200"/>
            <a:t>. At first glance, both groups use the same bike-sharing service; however, the data analysis reveals that their riding behaviors are significantly different.</a:t>
          </a:r>
          <a:endParaRPr lang="en-US" sz="1400" kern="1200"/>
        </a:p>
      </dsp:txBody>
      <dsp:txXfrm>
        <a:off x="919851" y="1571"/>
        <a:ext cx="9138548" cy="796407"/>
      </dsp:txXfrm>
    </dsp:sp>
    <dsp:sp modelId="{FA802932-C1A6-4497-9FA7-D460540A1E86}">
      <dsp:nvSpPr>
        <dsp:cNvPr id="0" name=""/>
        <dsp:cNvSpPr/>
      </dsp:nvSpPr>
      <dsp:spPr>
        <a:xfrm>
          <a:off x="0" y="997081"/>
          <a:ext cx="10058399" cy="79640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CA58A0F-57C1-4B0D-96E3-CDC3F4EDC303}">
      <dsp:nvSpPr>
        <dsp:cNvPr id="0" name=""/>
        <dsp:cNvSpPr/>
      </dsp:nvSpPr>
      <dsp:spPr>
        <a:xfrm>
          <a:off x="240913" y="1176272"/>
          <a:ext cx="438024" cy="4380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0D3DB61-DEC8-4A4D-8B2B-694A923C566D}">
      <dsp:nvSpPr>
        <dsp:cNvPr id="0" name=""/>
        <dsp:cNvSpPr/>
      </dsp:nvSpPr>
      <dsp:spPr>
        <a:xfrm>
          <a:off x="919851" y="997081"/>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90000"/>
            </a:lnSpc>
            <a:spcBef>
              <a:spcPct val="0"/>
            </a:spcBef>
            <a:spcAft>
              <a:spcPct val="35000"/>
            </a:spcAft>
            <a:buNone/>
          </a:pPr>
          <a:r>
            <a:rPr lang="es-ES" sz="1400" kern="1200"/>
            <a:t>The results highlight key differences in ride duration, seasonality, preferred days of the week, and peak riding hours. These patterns indicate that each customer segment uses the service for different purposes, providing valuable insights into their mobility habits and needs.</a:t>
          </a:r>
          <a:endParaRPr lang="en-US" sz="1400" kern="1200"/>
        </a:p>
      </dsp:txBody>
      <dsp:txXfrm>
        <a:off x="919851" y="997081"/>
        <a:ext cx="9138548" cy="796407"/>
      </dsp:txXfrm>
    </dsp:sp>
    <dsp:sp modelId="{5526D885-1A2F-460B-B10D-8BB569825EA9}">
      <dsp:nvSpPr>
        <dsp:cNvPr id="0" name=""/>
        <dsp:cNvSpPr/>
      </dsp:nvSpPr>
      <dsp:spPr>
        <a:xfrm>
          <a:off x="0" y="1992590"/>
          <a:ext cx="10058399" cy="796407"/>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E88321-D8B2-4B32-BE04-F3C332B95EDE}">
      <dsp:nvSpPr>
        <dsp:cNvPr id="0" name=""/>
        <dsp:cNvSpPr/>
      </dsp:nvSpPr>
      <dsp:spPr>
        <a:xfrm>
          <a:off x="240913" y="2171782"/>
          <a:ext cx="438024" cy="4380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017345-F6B0-40C5-9B2E-658C0E2FA140}">
      <dsp:nvSpPr>
        <dsp:cNvPr id="0" name=""/>
        <dsp:cNvSpPr/>
      </dsp:nvSpPr>
      <dsp:spPr>
        <a:xfrm>
          <a:off x="919851" y="199259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90000"/>
            </a:lnSpc>
            <a:spcBef>
              <a:spcPct val="0"/>
            </a:spcBef>
            <a:spcAft>
              <a:spcPct val="35000"/>
            </a:spcAft>
            <a:buNone/>
          </a:pPr>
          <a:r>
            <a:rPr lang="es-ES" sz="1400" kern="1200"/>
            <a:t>These behavioral differences represent an opportunity to develop more targeted and personalized marketing strategies aimed at converting casual riders into annual members. However, to evaluate the effectiveness of these strategies, it will be essential to continuously monitor their performance and measure their impact over time.</a:t>
          </a:r>
          <a:endParaRPr lang="en-US" sz="1400" kern="1200"/>
        </a:p>
      </dsp:txBody>
      <dsp:txXfrm>
        <a:off x="919851" y="1992590"/>
        <a:ext cx="9138548" cy="796407"/>
      </dsp:txXfrm>
    </dsp:sp>
    <dsp:sp modelId="{BCEC7FDD-C6BB-4425-8D6B-6AAD88B48FCA}">
      <dsp:nvSpPr>
        <dsp:cNvPr id="0" name=""/>
        <dsp:cNvSpPr/>
      </dsp:nvSpPr>
      <dsp:spPr>
        <a:xfrm>
          <a:off x="0" y="2988100"/>
          <a:ext cx="10058399" cy="796407"/>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0BF292-A48F-4221-98A0-81FCF35353B6}">
      <dsp:nvSpPr>
        <dsp:cNvPr id="0" name=""/>
        <dsp:cNvSpPr/>
      </dsp:nvSpPr>
      <dsp:spPr>
        <a:xfrm>
          <a:off x="240913" y="3167292"/>
          <a:ext cx="438024" cy="43802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7CB337A-CDF6-4045-BAA0-C94548E8934B}">
      <dsp:nvSpPr>
        <dsp:cNvPr id="0" name=""/>
        <dsp:cNvSpPr/>
      </dsp:nvSpPr>
      <dsp:spPr>
        <a:xfrm>
          <a:off x="919851" y="2988100"/>
          <a:ext cx="9138548" cy="7964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286" tIns="84286" rIns="84286" bIns="84286" numCol="1" spcCol="1270" anchor="ctr" anchorCtr="0">
          <a:noAutofit/>
        </a:bodyPr>
        <a:lstStyle/>
        <a:p>
          <a:pPr marL="0" lvl="0" indent="0" algn="l" defTabSz="622300">
            <a:lnSpc>
              <a:spcPct val="90000"/>
            </a:lnSpc>
            <a:spcBef>
              <a:spcPct val="0"/>
            </a:spcBef>
            <a:spcAft>
              <a:spcPct val="35000"/>
            </a:spcAft>
            <a:buNone/>
          </a:pPr>
          <a:r>
            <a:rPr lang="es-ES" sz="1400" kern="1200"/>
            <a:t>The analysis provided a solid, data-driven foundation for identifying the key behavioral differences between both customer segments. These insights will support future business decisions and help Cyclistic implement strategies focused on increasing annual memberships and driving long-term business growth.</a:t>
          </a:r>
          <a:endParaRPr lang="en-US" sz="1400" kern="1200"/>
        </a:p>
      </dsp:txBody>
      <dsp:txXfrm>
        <a:off x="919851" y="2988100"/>
        <a:ext cx="9138548" cy="7964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B4F80F-CA83-491F-BCCC-03E7DDA3DE1C}">
      <dsp:nvSpPr>
        <dsp:cNvPr id="0" name=""/>
        <dsp:cNvSpPr/>
      </dsp:nvSpPr>
      <dsp:spPr>
        <a:xfrm>
          <a:off x="3094939" y="748729"/>
          <a:ext cx="578257" cy="91440"/>
        </a:xfrm>
        <a:custGeom>
          <a:avLst/>
          <a:gdLst/>
          <a:ahLst/>
          <a:cxnLst/>
          <a:rect l="0" t="0" r="0" b="0"/>
          <a:pathLst>
            <a:path>
              <a:moveTo>
                <a:pt x="0" y="45720"/>
              </a:moveTo>
              <a:lnTo>
                <a:pt x="578257" y="45720"/>
              </a:lnTo>
            </a:path>
          </a:pathLst>
        </a:custGeom>
        <a:noFill/>
        <a:ln w="12700"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8846" y="791405"/>
        <a:ext cx="30442" cy="6088"/>
      </dsp:txXfrm>
    </dsp:sp>
    <dsp:sp modelId="{3BCDCAA1-A88C-4EBE-9766-C4C0459421FE}">
      <dsp:nvSpPr>
        <dsp:cNvPr id="0" name=""/>
        <dsp:cNvSpPr/>
      </dsp:nvSpPr>
      <dsp:spPr>
        <a:xfrm>
          <a:off x="449533" y="287"/>
          <a:ext cx="2647205" cy="158832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kern="1200" dirty="0"/>
            <a:t>Casual </a:t>
          </a:r>
          <a:r>
            <a:rPr lang="es-ES" sz="1800" kern="1200" dirty="0" err="1"/>
            <a:t>riders</a:t>
          </a:r>
          <a:r>
            <a:rPr lang="es-ES" sz="1800" kern="1200" dirty="0"/>
            <a:t> and </a:t>
          </a:r>
          <a:r>
            <a:rPr lang="es-ES" sz="1800" kern="1200" dirty="0" err="1"/>
            <a:t>annual</a:t>
          </a:r>
          <a:r>
            <a:rPr lang="es-ES" sz="1800" kern="1200" dirty="0"/>
            <a:t> </a:t>
          </a:r>
          <a:r>
            <a:rPr lang="es-ES" sz="1800" kern="1200" dirty="0" err="1"/>
            <a:t>members</a:t>
          </a:r>
          <a:r>
            <a:rPr lang="es-ES" sz="1800" kern="1200" dirty="0"/>
            <a:t> show </a:t>
          </a:r>
          <a:r>
            <a:rPr lang="es-ES" sz="1800" b="1" kern="1200" dirty="0" err="1"/>
            <a:t>different</a:t>
          </a:r>
          <a:r>
            <a:rPr lang="es-ES" sz="1800" b="1" kern="1200" dirty="0"/>
            <a:t> </a:t>
          </a:r>
          <a:r>
            <a:rPr lang="es-ES" sz="1800" b="1" kern="1200" dirty="0" err="1"/>
            <a:t>travel</a:t>
          </a:r>
          <a:r>
            <a:rPr lang="es-ES" sz="1800" b="1" kern="1200" dirty="0"/>
            <a:t> </a:t>
          </a:r>
          <a:r>
            <a:rPr lang="es-ES" sz="1800" b="1" kern="1200" dirty="0" err="1"/>
            <a:t>behaviors</a:t>
          </a:r>
          <a:r>
            <a:rPr lang="es-ES" sz="1800" b="1" kern="1200" dirty="0"/>
            <a:t> and </a:t>
          </a:r>
          <a:r>
            <a:rPr lang="es-ES" sz="1800" b="1" kern="1200" dirty="0" err="1"/>
            <a:t>usage</a:t>
          </a:r>
          <a:r>
            <a:rPr lang="es-ES" sz="1800" b="1" kern="1200" dirty="0"/>
            <a:t> </a:t>
          </a:r>
          <a:r>
            <a:rPr lang="es-ES" sz="1800" b="1" kern="1200" dirty="0" err="1"/>
            <a:t>patterns</a:t>
          </a:r>
          <a:r>
            <a:rPr lang="es-ES" sz="1800" kern="1200" dirty="0"/>
            <a:t>. </a:t>
          </a:r>
          <a:endParaRPr lang="en-US" sz="1800" kern="1200" dirty="0"/>
        </a:p>
      </dsp:txBody>
      <dsp:txXfrm>
        <a:off x="449533" y="287"/>
        <a:ext cx="2647205" cy="1588323"/>
      </dsp:txXfrm>
    </dsp:sp>
    <dsp:sp modelId="{5DBACC0E-B7B2-4CA5-893B-D723FB1F5492}">
      <dsp:nvSpPr>
        <dsp:cNvPr id="0" name=""/>
        <dsp:cNvSpPr/>
      </dsp:nvSpPr>
      <dsp:spPr>
        <a:xfrm>
          <a:off x="6351002" y="748729"/>
          <a:ext cx="578257" cy="91440"/>
        </a:xfrm>
        <a:custGeom>
          <a:avLst/>
          <a:gdLst/>
          <a:ahLst/>
          <a:cxnLst/>
          <a:rect l="0" t="0" r="0" b="0"/>
          <a:pathLst>
            <a:path>
              <a:moveTo>
                <a:pt x="0" y="45720"/>
              </a:moveTo>
              <a:lnTo>
                <a:pt x="578257" y="45720"/>
              </a:lnTo>
            </a:path>
          </a:pathLst>
        </a:custGeom>
        <a:noFill/>
        <a:ln w="12700" cap="flat"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24910" y="791405"/>
        <a:ext cx="30442" cy="6088"/>
      </dsp:txXfrm>
    </dsp:sp>
    <dsp:sp modelId="{9638A558-8DA2-491E-B1A2-AB98DA54778E}">
      <dsp:nvSpPr>
        <dsp:cNvPr id="0" name=""/>
        <dsp:cNvSpPr/>
      </dsp:nvSpPr>
      <dsp:spPr>
        <a:xfrm>
          <a:off x="3705597" y="287"/>
          <a:ext cx="2647205" cy="1588323"/>
        </a:xfrm>
        <a:prstGeom prst="rec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kern="1200"/>
            <a:t>Casual riders tend to take </a:t>
          </a:r>
          <a:r>
            <a:rPr lang="es-ES" sz="1800" b="1" kern="1200"/>
            <a:t>longer and more recreational trips</a:t>
          </a:r>
          <a:r>
            <a:rPr lang="es-ES" sz="1800" kern="1200"/>
            <a:t>, especially on weekends.</a:t>
          </a:r>
          <a:endParaRPr lang="en-US" sz="1800" kern="1200"/>
        </a:p>
      </dsp:txBody>
      <dsp:txXfrm>
        <a:off x="3705597" y="287"/>
        <a:ext cx="2647205" cy="1588323"/>
      </dsp:txXfrm>
    </dsp:sp>
    <dsp:sp modelId="{F20F7604-FC04-40C6-B66E-490CD9C331F9}">
      <dsp:nvSpPr>
        <dsp:cNvPr id="0" name=""/>
        <dsp:cNvSpPr/>
      </dsp:nvSpPr>
      <dsp:spPr>
        <a:xfrm>
          <a:off x="1773136" y="1586811"/>
          <a:ext cx="6512126" cy="578257"/>
        </a:xfrm>
        <a:custGeom>
          <a:avLst/>
          <a:gdLst/>
          <a:ahLst/>
          <a:cxnLst/>
          <a:rect l="0" t="0" r="0" b="0"/>
          <a:pathLst>
            <a:path>
              <a:moveTo>
                <a:pt x="6512126" y="0"/>
              </a:moveTo>
              <a:lnTo>
                <a:pt x="6512126" y="306228"/>
              </a:lnTo>
              <a:lnTo>
                <a:pt x="0" y="306228"/>
              </a:lnTo>
              <a:lnTo>
                <a:pt x="0" y="578257"/>
              </a:lnTo>
            </a:path>
          </a:pathLst>
        </a:custGeom>
        <a:noFill/>
        <a:ln w="12700"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65686" y="1872895"/>
        <a:ext cx="327026" cy="6088"/>
      </dsp:txXfrm>
    </dsp:sp>
    <dsp:sp modelId="{9DDD1EDC-2B89-4D56-973E-63EEEDB63F59}">
      <dsp:nvSpPr>
        <dsp:cNvPr id="0" name=""/>
        <dsp:cNvSpPr/>
      </dsp:nvSpPr>
      <dsp:spPr>
        <a:xfrm>
          <a:off x="6961660" y="287"/>
          <a:ext cx="2647205" cy="1588323"/>
        </a:xfrm>
        <a:prstGeom prst="rec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kern="1200"/>
            <a:t>Bike usage is influenced by </a:t>
          </a:r>
          <a:r>
            <a:rPr lang="es-ES" sz="1800" b="1" kern="1200"/>
            <a:t>seasonality</a:t>
          </a:r>
          <a:r>
            <a:rPr lang="es-ES" sz="1800" kern="1200"/>
            <a:t>, with peak demand during summer and autumn.</a:t>
          </a:r>
          <a:endParaRPr lang="en-US" sz="1800" kern="1200"/>
        </a:p>
      </dsp:txBody>
      <dsp:txXfrm>
        <a:off x="6961660" y="287"/>
        <a:ext cx="2647205" cy="1588323"/>
      </dsp:txXfrm>
    </dsp:sp>
    <dsp:sp modelId="{E3C3370F-5977-41DB-BBF8-19D598270A75}">
      <dsp:nvSpPr>
        <dsp:cNvPr id="0" name=""/>
        <dsp:cNvSpPr/>
      </dsp:nvSpPr>
      <dsp:spPr>
        <a:xfrm>
          <a:off x="3094939" y="2945910"/>
          <a:ext cx="578257" cy="91440"/>
        </a:xfrm>
        <a:custGeom>
          <a:avLst/>
          <a:gdLst/>
          <a:ahLst/>
          <a:cxnLst/>
          <a:rect l="0" t="0" r="0" b="0"/>
          <a:pathLst>
            <a:path>
              <a:moveTo>
                <a:pt x="0" y="45720"/>
              </a:moveTo>
              <a:lnTo>
                <a:pt x="578257" y="45720"/>
              </a:lnTo>
            </a:path>
          </a:pathLst>
        </a:custGeom>
        <a:noFill/>
        <a:ln w="12700" cap="flat"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68846" y="2988586"/>
        <a:ext cx="30442" cy="6088"/>
      </dsp:txXfrm>
    </dsp:sp>
    <dsp:sp modelId="{A8DD1DF7-C0FD-438F-AA0B-AD0EBBDBCACD}">
      <dsp:nvSpPr>
        <dsp:cNvPr id="0" name=""/>
        <dsp:cNvSpPr/>
      </dsp:nvSpPr>
      <dsp:spPr>
        <a:xfrm>
          <a:off x="449533" y="2197468"/>
          <a:ext cx="2647205" cy="1588323"/>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kern="1200"/>
            <a:t>Demand is concentrated during </a:t>
          </a:r>
          <a:r>
            <a:rPr lang="es-ES" sz="1800" b="1" kern="1200"/>
            <a:t>commuting hours</a:t>
          </a:r>
          <a:r>
            <a:rPr lang="es-ES" sz="1800" kern="1200"/>
            <a:t>, highlighting operational and marketing opportunities. </a:t>
          </a:r>
          <a:endParaRPr lang="en-US" sz="1800" kern="1200"/>
        </a:p>
      </dsp:txBody>
      <dsp:txXfrm>
        <a:off x="449533" y="2197468"/>
        <a:ext cx="2647205" cy="1588323"/>
      </dsp:txXfrm>
    </dsp:sp>
    <dsp:sp modelId="{702EF393-6C1C-4BE7-85CE-2AA1C35640A4}">
      <dsp:nvSpPr>
        <dsp:cNvPr id="0" name=""/>
        <dsp:cNvSpPr/>
      </dsp:nvSpPr>
      <dsp:spPr>
        <a:xfrm>
          <a:off x="6351002" y="2945910"/>
          <a:ext cx="578257" cy="91440"/>
        </a:xfrm>
        <a:custGeom>
          <a:avLst/>
          <a:gdLst/>
          <a:ahLst/>
          <a:cxnLst/>
          <a:rect l="0" t="0" r="0" b="0"/>
          <a:pathLst>
            <a:path>
              <a:moveTo>
                <a:pt x="0" y="45720"/>
              </a:moveTo>
              <a:lnTo>
                <a:pt x="578257" y="45720"/>
              </a:lnTo>
            </a:path>
          </a:pathLst>
        </a:custGeom>
        <a:noFill/>
        <a:ln w="12700" cap="flat"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624910" y="2988586"/>
        <a:ext cx="30442" cy="6088"/>
      </dsp:txXfrm>
    </dsp:sp>
    <dsp:sp modelId="{B947AE49-8C3D-4929-926A-54B004D52724}">
      <dsp:nvSpPr>
        <dsp:cNvPr id="0" name=""/>
        <dsp:cNvSpPr/>
      </dsp:nvSpPr>
      <dsp:spPr>
        <a:xfrm>
          <a:off x="3705597" y="2197468"/>
          <a:ext cx="2647205" cy="1588323"/>
        </a:xfrm>
        <a:prstGeom prst="rec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b="1" kern="1200"/>
            <a:t>Electric bikes</a:t>
          </a:r>
          <a:r>
            <a:rPr lang="es-ES" sz="1800" kern="1200"/>
            <a:t> are the preferred choice for both user groups.</a:t>
          </a:r>
          <a:endParaRPr lang="en-US" sz="1800" kern="1200"/>
        </a:p>
      </dsp:txBody>
      <dsp:txXfrm>
        <a:off x="3705597" y="2197468"/>
        <a:ext cx="2647205" cy="1588323"/>
      </dsp:txXfrm>
    </dsp:sp>
    <dsp:sp modelId="{A1424566-A52A-416C-BD0C-38C6305DA086}">
      <dsp:nvSpPr>
        <dsp:cNvPr id="0" name=""/>
        <dsp:cNvSpPr/>
      </dsp:nvSpPr>
      <dsp:spPr>
        <a:xfrm>
          <a:off x="6961660" y="2197468"/>
          <a:ext cx="2647205" cy="1588323"/>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715" tIns="136159" rIns="129715" bIns="136159" numCol="1" spcCol="1270" anchor="ctr" anchorCtr="0">
          <a:noAutofit/>
        </a:bodyPr>
        <a:lstStyle/>
        <a:p>
          <a:pPr marL="0" lvl="0" indent="0" algn="ctr" defTabSz="800100">
            <a:lnSpc>
              <a:spcPct val="90000"/>
            </a:lnSpc>
            <a:spcBef>
              <a:spcPct val="0"/>
            </a:spcBef>
            <a:spcAft>
              <a:spcPct val="35000"/>
            </a:spcAft>
            <a:buNone/>
          </a:pPr>
          <a:r>
            <a:rPr lang="es-ES" sz="1800" b="1" kern="1200"/>
            <a:t>Canal St &amp; Madison St</a:t>
          </a:r>
          <a:r>
            <a:rPr lang="es-ES" sz="1800" kern="1200"/>
            <a:t> is the busiest station, indicating a strategic location within the network.</a:t>
          </a:r>
          <a:endParaRPr lang="en-US" sz="1800" kern="1200"/>
        </a:p>
      </dsp:txBody>
      <dsp:txXfrm>
        <a:off x="6961660" y="2197468"/>
        <a:ext cx="2647205" cy="15883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95E62-A562-4E1A-B47F-4DE050CDAD24}">
      <dsp:nvSpPr>
        <dsp:cNvPr id="0" name=""/>
        <dsp:cNvSpPr/>
      </dsp:nvSpPr>
      <dsp:spPr>
        <a:xfrm>
          <a:off x="0" y="3250928"/>
          <a:ext cx="10058399" cy="533341"/>
        </a:xfrm>
        <a:prstGeom prst="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s-ES" sz="1800" kern="1200"/>
            <a:t>Analyze high-demand stations to improve bike allocation and operational efficiency.</a:t>
          </a:r>
          <a:endParaRPr lang="en-US" sz="1800" kern="1200"/>
        </a:p>
      </dsp:txBody>
      <dsp:txXfrm>
        <a:off x="0" y="3250928"/>
        <a:ext cx="10058399" cy="533341"/>
      </dsp:txXfrm>
    </dsp:sp>
    <dsp:sp modelId="{CB43E5D2-3DD7-4095-B6C2-21991D2FF61F}">
      <dsp:nvSpPr>
        <dsp:cNvPr id="0" name=""/>
        <dsp:cNvSpPr/>
      </dsp:nvSpPr>
      <dsp:spPr>
        <a:xfrm rot="10800000">
          <a:off x="0" y="2438648"/>
          <a:ext cx="10058399" cy="820279"/>
        </a:xfrm>
        <a:prstGeom prst="upArrowCallout">
          <a:avLst/>
        </a:prstGeom>
        <a:solidFill>
          <a:schemeClr val="accent3">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s-ES" sz="1800" kern="1200"/>
            <a:t>Evaluate the capacity of the </a:t>
          </a:r>
          <a:r>
            <a:rPr lang="es-ES" sz="1800" b="1" kern="1200"/>
            <a:t>electric bike fleet</a:t>
          </a:r>
          <a:r>
            <a:rPr lang="es-ES" sz="1800" kern="1200"/>
            <a:t> and promote classic bikes when appropriate.</a:t>
          </a:r>
          <a:endParaRPr lang="en-US" sz="1800" kern="1200"/>
        </a:p>
      </dsp:txBody>
      <dsp:txXfrm rot="10800000">
        <a:off x="0" y="2438648"/>
        <a:ext cx="10058399" cy="532993"/>
      </dsp:txXfrm>
    </dsp:sp>
    <dsp:sp modelId="{0C02E502-A23F-4148-8A76-18F5073446F1}">
      <dsp:nvSpPr>
        <dsp:cNvPr id="0" name=""/>
        <dsp:cNvSpPr/>
      </dsp:nvSpPr>
      <dsp:spPr>
        <a:xfrm rot="10800000">
          <a:off x="0" y="1626369"/>
          <a:ext cx="10058399" cy="820279"/>
        </a:xfrm>
        <a:prstGeom prst="upArrowCallout">
          <a:avLst/>
        </a:prstGeom>
        <a:solidFill>
          <a:schemeClr val="accent4">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s-ES" sz="1800" kern="1200"/>
            <a:t>Optimize bike availability during </a:t>
          </a:r>
          <a:r>
            <a:rPr lang="es-ES" sz="1800" b="1" kern="1200"/>
            <a:t>peak commuting hours</a:t>
          </a:r>
          <a:r>
            <a:rPr lang="es-ES" sz="1800" kern="1200"/>
            <a:t>. </a:t>
          </a:r>
          <a:endParaRPr lang="en-US" sz="1800" kern="1200"/>
        </a:p>
      </dsp:txBody>
      <dsp:txXfrm rot="10800000">
        <a:off x="0" y="1626369"/>
        <a:ext cx="10058399" cy="532993"/>
      </dsp:txXfrm>
    </dsp:sp>
    <dsp:sp modelId="{1A99A92B-67C8-4ADB-9578-BF0E7C9D6564}">
      <dsp:nvSpPr>
        <dsp:cNvPr id="0" name=""/>
        <dsp:cNvSpPr/>
      </dsp:nvSpPr>
      <dsp:spPr>
        <a:xfrm rot="10800000">
          <a:off x="0" y="814089"/>
          <a:ext cx="10058399" cy="820279"/>
        </a:xfrm>
        <a:prstGeom prst="upArrowCallou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s-ES" sz="1800" kern="1200"/>
            <a:t>Focus marketing efforts during </a:t>
          </a:r>
          <a:r>
            <a:rPr lang="es-ES" sz="1800" b="1" kern="1200"/>
            <a:t>weekends</a:t>
          </a:r>
          <a:r>
            <a:rPr lang="es-ES" sz="1800" kern="1200"/>
            <a:t> and </a:t>
          </a:r>
          <a:r>
            <a:rPr lang="es-ES" sz="1800" b="1" kern="1200"/>
            <a:t>high-demand seasons</a:t>
          </a:r>
          <a:r>
            <a:rPr lang="es-ES" sz="1800" kern="1200"/>
            <a:t>. </a:t>
          </a:r>
          <a:endParaRPr lang="en-US" sz="1800" kern="1200"/>
        </a:p>
      </dsp:txBody>
      <dsp:txXfrm rot="10800000">
        <a:off x="0" y="814089"/>
        <a:ext cx="10058399" cy="532993"/>
      </dsp:txXfrm>
    </dsp:sp>
    <dsp:sp modelId="{E2739987-2E07-45A9-A6A2-74DE6EE15FE8}">
      <dsp:nvSpPr>
        <dsp:cNvPr id="0" name=""/>
        <dsp:cNvSpPr/>
      </dsp:nvSpPr>
      <dsp:spPr>
        <a:xfrm rot="10800000">
          <a:off x="0" y="1809"/>
          <a:ext cx="10058399" cy="820279"/>
        </a:xfrm>
        <a:prstGeom prst="upArrowCallout">
          <a:avLst/>
        </a:prstGeom>
        <a:solidFill>
          <a:schemeClr val="accent6">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s-ES" sz="1800" kern="1200"/>
            <a:t>Develop targeted membership campaigns for casual riders based on their travel patterns.</a:t>
          </a:r>
          <a:endParaRPr lang="en-US" sz="1800" kern="1200"/>
        </a:p>
      </dsp:txBody>
      <dsp:txXfrm rot="10800000">
        <a:off x="0" y="1809"/>
        <a:ext cx="10058399" cy="53299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79CAAF-5ED0-4ECC-998D-F18083EF47AE}">
      <dsp:nvSpPr>
        <dsp:cNvPr id="0" name=""/>
        <dsp:cNvSpPr/>
      </dsp:nvSpPr>
      <dsp:spPr>
        <a:xfrm>
          <a:off x="938775" y="924667"/>
          <a:ext cx="926133" cy="926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B03BD10-1843-4458-B4BA-422E1B59000F}">
      <dsp:nvSpPr>
        <dsp:cNvPr id="0" name=""/>
        <dsp:cNvSpPr/>
      </dsp:nvSpPr>
      <dsp:spPr>
        <a:xfrm>
          <a:off x="372805"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s-ES" sz="1500" kern="1200"/>
            <a:t>Analyze bike availability during peak demand periods. </a:t>
          </a:r>
          <a:endParaRPr lang="en-US" sz="1500" kern="1200"/>
        </a:p>
      </dsp:txBody>
      <dsp:txXfrm>
        <a:off x="372805" y="2141412"/>
        <a:ext cx="2058075" cy="720000"/>
      </dsp:txXfrm>
    </dsp:sp>
    <dsp:sp modelId="{11954BFA-4817-48E7-ABF9-C0EAC82B1DA1}">
      <dsp:nvSpPr>
        <dsp:cNvPr id="0" name=""/>
        <dsp:cNvSpPr/>
      </dsp:nvSpPr>
      <dsp:spPr>
        <a:xfrm>
          <a:off x="3357014" y="924667"/>
          <a:ext cx="926133" cy="926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0F9CEB4-D7A5-4EC1-9577-E052DA5450B1}">
      <dsp:nvSpPr>
        <dsp:cNvPr id="0" name=""/>
        <dsp:cNvSpPr/>
      </dsp:nvSpPr>
      <dsp:spPr>
        <a:xfrm>
          <a:off x="2791043"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s-ES" sz="1500" kern="1200"/>
            <a:t>Investigate the factors driving demand at the busiest stations. </a:t>
          </a:r>
          <a:endParaRPr lang="en-US" sz="1500" kern="1200"/>
        </a:p>
      </dsp:txBody>
      <dsp:txXfrm>
        <a:off x="2791043" y="2141412"/>
        <a:ext cx="2058075" cy="720000"/>
      </dsp:txXfrm>
    </dsp:sp>
    <dsp:sp modelId="{408FF511-9B70-4D1B-B9AD-666D7BFDFB8A}">
      <dsp:nvSpPr>
        <dsp:cNvPr id="0" name=""/>
        <dsp:cNvSpPr/>
      </dsp:nvSpPr>
      <dsp:spPr>
        <a:xfrm>
          <a:off x="5775252" y="924667"/>
          <a:ext cx="926133" cy="926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FBBED0-EBC5-40EE-AD60-A32B96033416}">
      <dsp:nvSpPr>
        <dsp:cNvPr id="0" name=""/>
        <dsp:cNvSpPr/>
      </dsp:nvSpPr>
      <dsp:spPr>
        <a:xfrm>
          <a:off x="5209281"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s-ES" sz="1500" kern="1200"/>
            <a:t>Measure the impact of marketing campaigns on membership conversion. </a:t>
          </a:r>
          <a:endParaRPr lang="en-US" sz="1500" kern="1200"/>
        </a:p>
      </dsp:txBody>
      <dsp:txXfrm>
        <a:off x="5209281" y="2141412"/>
        <a:ext cx="2058075" cy="720000"/>
      </dsp:txXfrm>
    </dsp:sp>
    <dsp:sp modelId="{02752B89-DE41-48F8-BC63-31935F6D6091}">
      <dsp:nvSpPr>
        <dsp:cNvPr id="0" name=""/>
        <dsp:cNvSpPr/>
      </dsp:nvSpPr>
      <dsp:spPr>
        <a:xfrm>
          <a:off x="8193490" y="924667"/>
          <a:ext cx="926133" cy="92613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28B5EFE-F124-4A0C-B14D-FDB398D8897E}">
      <dsp:nvSpPr>
        <dsp:cNvPr id="0" name=""/>
        <dsp:cNvSpPr/>
      </dsp:nvSpPr>
      <dsp:spPr>
        <a:xfrm>
          <a:off x="7627519"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pPr>
          <a:r>
            <a:rPr lang="es-ES" sz="1500" kern="1200"/>
            <a:t>Evaluate the relationship between fleet availability and trip demand. </a:t>
          </a:r>
          <a:endParaRPr lang="en-US" sz="1500" kern="1200"/>
        </a:p>
      </dsp:txBody>
      <dsp:txXfrm>
        <a:off x="7627519" y="2141412"/>
        <a:ext cx="2058075"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74DF1BDD-0F3D-4791-994E-A80302CD3DA9}" type="datetimeFigureOut">
              <a:rPr lang="es-ES" smtClean="0"/>
              <a:t>14/07/2026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C0497DB-E85D-41DD-94DE-97B06EC992FD}"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18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4DF1BDD-0F3D-4791-994E-A80302CD3DA9}" type="datetimeFigureOut">
              <a:rPr lang="es-ES" smtClean="0"/>
              <a:t>14/07/2026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3465581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74DF1BDD-0F3D-4791-994E-A80302CD3DA9}" type="datetimeFigureOut">
              <a:rPr lang="es-ES" smtClean="0"/>
              <a:t>14/07/2026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C0497DB-E85D-41DD-94DE-97B06EC992FD}" type="slidenum">
              <a:rPr lang="es-ES" smtClean="0"/>
              <a:t>‹Nº›</a:t>
            </a:fld>
            <a:endParaRPr lang="es-E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3301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74DF1BDD-0F3D-4791-994E-A80302CD3DA9}" type="datetimeFigureOut">
              <a:rPr lang="es-ES" smtClean="0"/>
              <a:t>14/07/2026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3394504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097280" y="2582335"/>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17920" y="2582334"/>
            <a:ext cx="4937760" cy="328676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74DF1BDD-0F3D-4791-994E-A80302CD3DA9}" type="datetimeFigureOut">
              <a:rPr lang="es-ES" smtClean="0"/>
              <a:t>14/07/2026</a:t>
            </a:fld>
            <a:endParaRPr lang="es-ES"/>
          </a:p>
        </p:txBody>
      </p:sp>
      <p:sp>
        <p:nvSpPr>
          <p:cNvPr id="8" name="Footer Placeholder 7"/>
          <p:cNvSpPr>
            <a:spLocks noGrp="1"/>
          </p:cNvSpPr>
          <p:nvPr>
            <p:ph type="ftr" sz="quarter" idx="11"/>
          </p:nvPr>
        </p:nvSpPr>
        <p:spPr/>
        <p:txBody>
          <a:bodyPr/>
          <a:lstStyle/>
          <a:p>
            <a:endParaRPr lang="es-ES"/>
          </a:p>
        </p:txBody>
      </p:sp>
      <p:sp>
        <p:nvSpPr>
          <p:cNvPr id="9" name="Slide Number Placeholder 8"/>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231122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4DF1BDD-0F3D-4791-994E-A80302CD3DA9}" type="datetimeFigureOut">
              <a:rPr lang="es-ES" smtClean="0"/>
              <a:t>14/07/2026</a:t>
            </a:fld>
            <a:endParaRPr lang="es-ES"/>
          </a:p>
        </p:txBody>
      </p:sp>
      <p:sp>
        <p:nvSpPr>
          <p:cNvPr id="4" name="Footer Placeholder 3"/>
          <p:cNvSpPr>
            <a:spLocks noGrp="1"/>
          </p:cNvSpPr>
          <p:nvPr>
            <p:ph type="ftr" sz="quarter" idx="11"/>
          </p:nvPr>
        </p:nvSpPr>
        <p:spPr/>
        <p:txBody>
          <a:bodyPr/>
          <a:lstStyle/>
          <a:p>
            <a:endParaRPr lang="es-ES"/>
          </a:p>
        </p:txBody>
      </p:sp>
      <p:sp>
        <p:nvSpPr>
          <p:cNvPr id="5" name="Slide Number Placeholder 4"/>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39062437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4DF1BDD-0F3D-4791-994E-A80302CD3DA9}" type="datetimeFigureOut">
              <a:rPr lang="es-ES" smtClean="0"/>
              <a:t>14/07/2026</a:t>
            </a:fld>
            <a:endParaRPr lang="es-E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s-ES"/>
          </a:p>
        </p:txBody>
      </p:sp>
      <p:sp>
        <p:nvSpPr>
          <p:cNvPr id="9" name="Slide Number Placeholder 8"/>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12751352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s-ES"/>
              <a:t>Haga clic para modificar el estilo de título del patrón</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74DF1BDD-0F3D-4791-994E-A80302CD3DA9}" type="datetimeFigureOut">
              <a:rPr lang="es-ES" smtClean="0"/>
              <a:t>14/07/2026</a:t>
            </a:fld>
            <a:endParaRPr lang="es-E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s-E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2C0497DB-E85D-41DD-94DE-97B06EC992FD}" type="slidenum">
              <a:rPr lang="es-ES" smtClean="0"/>
              <a:t>‹Nº›</a:t>
            </a:fld>
            <a:endParaRPr lang="es-ES"/>
          </a:p>
        </p:txBody>
      </p:sp>
    </p:spTree>
    <p:extLst>
      <p:ext uri="{BB962C8B-B14F-4D97-AF65-F5344CB8AC3E}">
        <p14:creationId xmlns:p14="http://schemas.microsoft.com/office/powerpoint/2010/main" val="24263284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4DF1BDD-0F3D-4791-994E-A80302CD3DA9}" type="datetimeFigureOut">
              <a:rPr lang="es-ES" smtClean="0"/>
              <a:t>14/07/2026</a:t>
            </a:fld>
            <a:endParaRPr lang="es-ES"/>
          </a:p>
        </p:txBody>
      </p:sp>
      <p:sp>
        <p:nvSpPr>
          <p:cNvPr id="6" name="Footer Placeholder 5"/>
          <p:cNvSpPr>
            <a:spLocks noGrp="1"/>
          </p:cNvSpPr>
          <p:nvPr>
            <p:ph type="ftr" sz="quarter" idx="11"/>
          </p:nvPr>
        </p:nvSpPr>
        <p:spPr/>
        <p:txBody>
          <a:bodyPr/>
          <a:lstStyle/>
          <a:p>
            <a:endParaRPr lang="es-ES"/>
          </a:p>
        </p:txBody>
      </p:sp>
      <p:sp>
        <p:nvSpPr>
          <p:cNvPr id="7" name="Slide Number Placeholder 6"/>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725466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4DF1BDD-0F3D-4791-994E-A80302CD3DA9}" type="datetimeFigureOut">
              <a:rPr lang="es-ES" smtClean="0"/>
              <a:t>14/07/2026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39685109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74DF1BDD-0F3D-4791-994E-A80302CD3DA9}" type="datetimeFigureOut">
              <a:rPr lang="es-ES" smtClean="0"/>
              <a:t>14/07/2026</a:t>
            </a:fld>
            <a:endParaRPr lang="es-ES"/>
          </a:p>
        </p:txBody>
      </p:sp>
      <p:sp>
        <p:nvSpPr>
          <p:cNvPr id="5" name="Footer Placeholder 4"/>
          <p:cNvSpPr>
            <a:spLocks noGrp="1"/>
          </p:cNvSpPr>
          <p:nvPr>
            <p:ph type="ftr" sz="quarter" idx="11"/>
          </p:nvPr>
        </p:nvSpPr>
        <p:spPr/>
        <p:txBody>
          <a:bodyPr/>
          <a:lstStyle/>
          <a:p>
            <a:endParaRPr lang="es-ES"/>
          </a:p>
        </p:txBody>
      </p:sp>
      <p:sp>
        <p:nvSpPr>
          <p:cNvPr id="6" name="Slide Number Placeholder 5"/>
          <p:cNvSpPr>
            <a:spLocks noGrp="1"/>
          </p:cNvSpPr>
          <p:nvPr>
            <p:ph type="sldNum" sz="quarter" idx="12"/>
          </p:nvPr>
        </p:nvSpPr>
        <p:spPr/>
        <p:txBody>
          <a:bodyPr/>
          <a:lstStyle/>
          <a:p>
            <a:fld id="{2C0497DB-E85D-41DD-94DE-97B06EC992FD}" type="slidenum">
              <a:rPr lang="es-ES" smtClean="0"/>
              <a:t>‹Nº›</a:t>
            </a:fld>
            <a:endParaRPr lang="es-ES"/>
          </a:p>
        </p:txBody>
      </p:sp>
    </p:spTree>
    <p:extLst>
      <p:ext uri="{BB962C8B-B14F-4D97-AF65-F5344CB8AC3E}">
        <p14:creationId xmlns:p14="http://schemas.microsoft.com/office/powerpoint/2010/main" val="1274643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74DF1BDD-0F3D-4791-994E-A80302CD3DA9}" type="datetimeFigureOut">
              <a:rPr lang="es-ES" smtClean="0"/>
              <a:t>14/07/2026</a:t>
            </a:fld>
            <a:endParaRPr lang="es-E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s-E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2C0497DB-E85D-41DD-94DE-97B06EC992FD}" type="slidenum">
              <a:rPr lang="es-ES" smtClean="0"/>
              <a:t>‹Nº›</a:t>
            </a:fld>
            <a:endParaRPr lang="es-E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819424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8C6E698C-8155-4B8B-BDC9-B7299772B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5F24080D-6901-66AC-AE29-4E06AC620FDD}"/>
              </a:ext>
            </a:extLst>
          </p:cNvPr>
          <p:cNvSpPr>
            <a:spLocks noGrp="1"/>
          </p:cNvSpPr>
          <p:nvPr>
            <p:ph type="ctrTitle"/>
          </p:nvPr>
        </p:nvSpPr>
        <p:spPr>
          <a:xfrm>
            <a:off x="5220928" y="965200"/>
            <a:ext cx="5999002" cy="4927600"/>
          </a:xfrm>
        </p:spPr>
        <p:txBody>
          <a:bodyPr anchor="ctr">
            <a:normAutofit/>
          </a:bodyPr>
          <a:lstStyle/>
          <a:p>
            <a:r>
              <a:rPr lang="es-ES" sz="6200" dirty="0" err="1">
                <a:solidFill>
                  <a:srgbClr val="0070C0"/>
                </a:solidFill>
              </a:rPr>
              <a:t>Cyclistic</a:t>
            </a:r>
            <a:r>
              <a:rPr lang="es-ES" sz="6200" dirty="0">
                <a:solidFill>
                  <a:srgbClr val="0070C0"/>
                </a:solidFill>
              </a:rPr>
              <a:t> </a:t>
            </a:r>
            <a:r>
              <a:rPr lang="es-ES" sz="6200" dirty="0" err="1">
                <a:solidFill>
                  <a:srgbClr val="0070C0"/>
                </a:solidFill>
              </a:rPr>
              <a:t>Customer</a:t>
            </a:r>
            <a:r>
              <a:rPr lang="es-ES" sz="6200" dirty="0">
                <a:solidFill>
                  <a:srgbClr val="0070C0"/>
                </a:solidFill>
              </a:rPr>
              <a:t> </a:t>
            </a:r>
            <a:r>
              <a:rPr lang="es-ES" sz="6200" dirty="0" err="1">
                <a:solidFill>
                  <a:srgbClr val="0070C0"/>
                </a:solidFill>
              </a:rPr>
              <a:t>Behavior</a:t>
            </a:r>
            <a:r>
              <a:rPr lang="es-ES" sz="6200" dirty="0">
                <a:solidFill>
                  <a:srgbClr val="0070C0"/>
                </a:solidFill>
              </a:rPr>
              <a:t> </a:t>
            </a:r>
            <a:r>
              <a:rPr lang="es-ES" sz="6200" dirty="0" err="1">
                <a:solidFill>
                  <a:srgbClr val="0070C0"/>
                </a:solidFill>
              </a:rPr>
              <a:t>Analysis</a:t>
            </a:r>
            <a:r>
              <a:rPr lang="es-ES" sz="6200" dirty="0">
                <a:solidFill>
                  <a:srgbClr val="0070C0"/>
                </a:solidFill>
              </a:rPr>
              <a:t> </a:t>
            </a:r>
            <a:br>
              <a:rPr lang="es-ES" sz="6200" dirty="0">
                <a:solidFill>
                  <a:schemeClr val="tx2"/>
                </a:solidFill>
              </a:rPr>
            </a:br>
            <a:r>
              <a:rPr lang="es-ES" sz="2800" b="1" i="1" dirty="0" err="1">
                <a:solidFill>
                  <a:schemeClr val="tx1"/>
                </a:solidFill>
              </a:rPr>
              <a:t>Converting</a:t>
            </a:r>
            <a:r>
              <a:rPr lang="es-ES" sz="2800" b="1" i="1" dirty="0">
                <a:solidFill>
                  <a:schemeClr val="tx1"/>
                </a:solidFill>
              </a:rPr>
              <a:t> Casual </a:t>
            </a:r>
            <a:r>
              <a:rPr lang="es-ES" sz="2800" b="1" i="1" dirty="0" err="1">
                <a:solidFill>
                  <a:schemeClr val="tx1"/>
                </a:solidFill>
              </a:rPr>
              <a:t>Riders</a:t>
            </a:r>
            <a:r>
              <a:rPr lang="es-ES" sz="2800" b="1" i="1" dirty="0">
                <a:solidFill>
                  <a:schemeClr val="tx1"/>
                </a:solidFill>
              </a:rPr>
              <a:t> </a:t>
            </a:r>
            <a:r>
              <a:rPr lang="es-ES" sz="2800" b="1" i="1" dirty="0" err="1">
                <a:solidFill>
                  <a:schemeClr val="tx1"/>
                </a:solidFill>
              </a:rPr>
              <a:t>into</a:t>
            </a:r>
            <a:r>
              <a:rPr lang="es-ES" sz="2800" b="1" i="1" dirty="0">
                <a:solidFill>
                  <a:schemeClr val="tx1"/>
                </a:solidFill>
              </a:rPr>
              <a:t> </a:t>
            </a:r>
            <a:r>
              <a:rPr lang="es-ES" sz="2800" b="1" i="1" dirty="0" err="1">
                <a:solidFill>
                  <a:schemeClr val="tx1"/>
                </a:solidFill>
              </a:rPr>
              <a:t>Annual</a:t>
            </a:r>
            <a:r>
              <a:rPr lang="es-ES" sz="2800" b="1" i="1" dirty="0">
                <a:solidFill>
                  <a:schemeClr val="tx1"/>
                </a:solidFill>
              </a:rPr>
              <a:t> Members</a:t>
            </a:r>
          </a:p>
        </p:txBody>
      </p:sp>
      <p:sp>
        <p:nvSpPr>
          <p:cNvPr id="37" name="Rectangle 36">
            <a:extLst>
              <a:ext uri="{FF2B5EF4-FFF2-40B4-BE49-F238E27FC236}">
                <a16:creationId xmlns:a16="http://schemas.microsoft.com/office/drawing/2014/main" id="{0EEF5601-A8BC-411D-AA64-3E79320BA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58473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 name="Subtítulo 2">
            <a:extLst>
              <a:ext uri="{FF2B5EF4-FFF2-40B4-BE49-F238E27FC236}">
                <a16:creationId xmlns:a16="http://schemas.microsoft.com/office/drawing/2014/main" id="{50687BF6-ADF4-1F98-11A2-0B9047361F36}"/>
              </a:ext>
            </a:extLst>
          </p:cNvPr>
          <p:cNvSpPr>
            <a:spLocks noGrp="1"/>
          </p:cNvSpPr>
          <p:nvPr>
            <p:ph type="subTitle" idx="1"/>
          </p:nvPr>
        </p:nvSpPr>
        <p:spPr>
          <a:xfrm>
            <a:off x="823356" y="1159565"/>
            <a:ext cx="2938022" cy="4439055"/>
          </a:xfrm>
        </p:spPr>
        <p:txBody>
          <a:bodyPr anchor="ctr">
            <a:normAutofit/>
          </a:bodyPr>
          <a:lstStyle/>
          <a:p>
            <a:r>
              <a:rPr lang="es-ES">
                <a:solidFill>
                  <a:srgbClr val="FFFFFF"/>
                </a:solidFill>
              </a:rPr>
              <a:t>Johnny Corona / July 10</a:t>
            </a:r>
          </a:p>
        </p:txBody>
      </p:sp>
      <p:sp>
        <p:nvSpPr>
          <p:cNvPr id="39" name="Rectangle 38">
            <a:extLst>
              <a:ext uri="{FF2B5EF4-FFF2-40B4-BE49-F238E27FC236}">
                <a16:creationId xmlns:a16="http://schemas.microsoft.com/office/drawing/2014/main" id="{33209156-242F-4B26-8D07-CEB2B68A9F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4734"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192557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3FFB1804-8D2B-C7D0-B25F-C7213329B7AC}"/>
              </a:ext>
            </a:extLst>
          </p:cNvPr>
          <p:cNvSpPr>
            <a:spLocks noGrp="1"/>
          </p:cNvSpPr>
          <p:nvPr>
            <p:ph type="title"/>
          </p:nvPr>
        </p:nvSpPr>
        <p:spPr>
          <a:xfrm>
            <a:off x="492370" y="605896"/>
            <a:ext cx="3084844" cy="5646208"/>
          </a:xfrm>
        </p:spPr>
        <p:txBody>
          <a:bodyPr anchor="ctr">
            <a:normAutofit/>
          </a:bodyPr>
          <a:lstStyle/>
          <a:p>
            <a:r>
              <a:rPr lang="es-ES" sz="3600" i="1" dirty="0">
                <a:solidFill>
                  <a:srgbClr val="FFFFFF"/>
                </a:solidFill>
              </a:rPr>
              <a:t>Objetives</a:t>
            </a:r>
          </a:p>
        </p:txBody>
      </p:sp>
      <p:sp>
        <p:nvSpPr>
          <p:cNvPr id="12"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7" name="Marcador de contenido 2">
            <a:extLst>
              <a:ext uri="{FF2B5EF4-FFF2-40B4-BE49-F238E27FC236}">
                <a16:creationId xmlns:a16="http://schemas.microsoft.com/office/drawing/2014/main" id="{1327FBBF-938D-6841-4406-07B997E83D79}"/>
              </a:ext>
            </a:extLst>
          </p:cNvPr>
          <p:cNvSpPr>
            <a:spLocks noGrp="1"/>
          </p:cNvSpPr>
          <p:nvPr>
            <p:ph idx="1"/>
          </p:nvPr>
        </p:nvSpPr>
        <p:spPr>
          <a:xfrm>
            <a:off x="4742016" y="605896"/>
            <a:ext cx="6413663" cy="5646208"/>
          </a:xfrm>
        </p:spPr>
        <p:txBody>
          <a:bodyPr anchor="ctr">
            <a:normAutofit/>
          </a:bodyPr>
          <a:lstStyle/>
          <a:p>
            <a:pPr marL="0" indent="0">
              <a:buNone/>
            </a:pPr>
            <a:r>
              <a:rPr lang="en-US" i="1" dirty="0">
                <a:solidFill>
                  <a:srgbClr val="0070C0"/>
                </a:solidFill>
              </a:rPr>
              <a:t>Business </a:t>
            </a:r>
            <a:r>
              <a:rPr lang="en-US" i="1" dirty="0" err="1">
                <a:solidFill>
                  <a:srgbClr val="0070C0"/>
                </a:solidFill>
              </a:rPr>
              <a:t>Objetives</a:t>
            </a:r>
            <a:endParaRPr lang="en-US" i="1" dirty="0">
              <a:solidFill>
                <a:srgbClr val="0070C0"/>
              </a:solidFill>
            </a:endParaRPr>
          </a:p>
          <a:p>
            <a:pPr>
              <a:buFont typeface="Wingdings" panose="05000000000000000000" pitchFamily="2" charset="2"/>
              <a:buChar char="v"/>
            </a:pPr>
            <a:r>
              <a:rPr lang="en-US" dirty="0"/>
              <a:t>Identify opportunities, based on data analysis, to develop marketing strategies that convert occasional users into annual member.</a:t>
            </a:r>
            <a:endParaRPr lang="es-ES" dirty="0"/>
          </a:p>
          <a:p>
            <a:pPr marL="0" indent="0">
              <a:buNone/>
            </a:pPr>
            <a:endParaRPr lang="en-US" dirty="0"/>
          </a:p>
          <a:p>
            <a:pPr marL="0" indent="0">
              <a:buNone/>
            </a:pPr>
            <a:r>
              <a:rPr lang="en-US" i="1" dirty="0">
                <a:solidFill>
                  <a:srgbClr val="0070C0"/>
                </a:solidFill>
              </a:rPr>
              <a:t>Business Problem</a:t>
            </a:r>
          </a:p>
          <a:p>
            <a:pPr>
              <a:buFont typeface="Wingdings" panose="05000000000000000000" pitchFamily="2" charset="2"/>
              <a:buChar char="v"/>
            </a:pPr>
            <a:r>
              <a:rPr lang="en-US" dirty="0"/>
              <a:t>Identify the behavior and usage patterns of bicycles between casual riders and annual members to understand their differences. Based on these findings, design strategies to convert casual riders into annual members, increasing company profitability and fostering sustainable growth.</a:t>
            </a:r>
            <a:endParaRPr lang="es-ES" dirty="0"/>
          </a:p>
        </p:txBody>
      </p:sp>
    </p:spTree>
    <p:extLst>
      <p:ext uri="{BB962C8B-B14F-4D97-AF65-F5344CB8AC3E}">
        <p14:creationId xmlns:p14="http://schemas.microsoft.com/office/powerpoint/2010/main" val="3882136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9D0CC2-A214-C40E-CA8B-1571E010B516}"/>
              </a:ext>
            </a:extLst>
          </p:cNvPr>
          <p:cNvSpPr>
            <a:spLocks noGrp="1"/>
          </p:cNvSpPr>
          <p:nvPr>
            <p:ph type="title"/>
          </p:nvPr>
        </p:nvSpPr>
        <p:spPr/>
        <p:txBody>
          <a:bodyPr>
            <a:normAutofit/>
          </a:bodyPr>
          <a:lstStyle/>
          <a:p>
            <a:pPr algn="ctr"/>
            <a:r>
              <a:rPr lang="es-ES" sz="4000" dirty="0">
                <a:solidFill>
                  <a:srgbClr val="0070C0"/>
                </a:solidFill>
              </a:rPr>
              <a:t>Data </a:t>
            </a:r>
            <a:r>
              <a:rPr lang="es-ES" sz="4000" dirty="0" err="1">
                <a:solidFill>
                  <a:srgbClr val="0070C0"/>
                </a:solidFill>
              </a:rPr>
              <a:t>Description</a:t>
            </a:r>
            <a:endParaRPr lang="es-ES" sz="4000" dirty="0">
              <a:solidFill>
                <a:srgbClr val="0070C0"/>
              </a:solidFill>
            </a:endParaRPr>
          </a:p>
        </p:txBody>
      </p:sp>
      <p:sp>
        <p:nvSpPr>
          <p:cNvPr id="3" name="Marcador de contenido 2">
            <a:extLst>
              <a:ext uri="{FF2B5EF4-FFF2-40B4-BE49-F238E27FC236}">
                <a16:creationId xmlns:a16="http://schemas.microsoft.com/office/drawing/2014/main" id="{41AA2EF0-C0FB-56CE-F903-641D4A4C3105}"/>
              </a:ext>
            </a:extLst>
          </p:cNvPr>
          <p:cNvSpPr>
            <a:spLocks noGrp="1"/>
          </p:cNvSpPr>
          <p:nvPr>
            <p:ph idx="1"/>
          </p:nvPr>
        </p:nvSpPr>
        <p:spPr/>
        <p:txBody>
          <a:bodyPr/>
          <a:lstStyle/>
          <a:p>
            <a:br>
              <a:rPr lang="es-ES" dirty="0"/>
            </a:br>
            <a:r>
              <a:rPr lang="es-ES" sz="2400" i="1" dirty="0" err="1">
                <a:solidFill>
                  <a:srgbClr val="0070C0"/>
                </a:solidFill>
              </a:rPr>
              <a:t>Dataset</a:t>
            </a:r>
            <a:r>
              <a:rPr lang="es-ES" sz="2400" i="1" dirty="0">
                <a:solidFill>
                  <a:srgbClr val="0070C0"/>
                </a:solidFill>
              </a:rPr>
              <a:t> </a:t>
            </a:r>
            <a:r>
              <a:rPr lang="es-ES" sz="2400" i="1" dirty="0" err="1">
                <a:solidFill>
                  <a:srgbClr val="0070C0"/>
                </a:solidFill>
              </a:rPr>
              <a:t>Overview</a:t>
            </a:r>
            <a:r>
              <a:rPr lang="es-ES" sz="2400" i="1" dirty="0">
                <a:solidFill>
                  <a:srgbClr val="0070C0"/>
                </a:solidFill>
              </a:rPr>
              <a:t> </a:t>
            </a:r>
            <a:endParaRPr lang="es-ES" dirty="0"/>
          </a:p>
          <a:p>
            <a:pPr>
              <a:buFont typeface="Wingdings" panose="05000000000000000000" pitchFamily="2" charset="2"/>
              <a:buChar char="Ø"/>
            </a:pPr>
            <a:r>
              <a:rPr lang="es-ES" dirty="0"/>
              <a:t>12 </a:t>
            </a:r>
            <a:r>
              <a:rPr lang="es-ES" dirty="0" err="1"/>
              <a:t>months</a:t>
            </a:r>
            <a:r>
              <a:rPr lang="es-ES" dirty="0"/>
              <a:t> </a:t>
            </a:r>
            <a:r>
              <a:rPr lang="es-ES" dirty="0" err="1"/>
              <a:t>of</a:t>
            </a:r>
            <a:r>
              <a:rPr lang="es-ES" dirty="0"/>
              <a:t> </a:t>
            </a:r>
            <a:r>
              <a:rPr lang="es-ES" dirty="0" err="1"/>
              <a:t>historical</a:t>
            </a:r>
            <a:r>
              <a:rPr lang="es-ES" dirty="0"/>
              <a:t> data.</a:t>
            </a:r>
          </a:p>
          <a:p>
            <a:pPr>
              <a:buFont typeface="Wingdings" panose="05000000000000000000" pitchFamily="2" charset="2"/>
              <a:buChar char="Ø"/>
            </a:pPr>
            <a:r>
              <a:rPr lang="es-ES" dirty="0"/>
              <a:t>Over 5 </a:t>
            </a:r>
            <a:r>
              <a:rPr lang="es-ES" dirty="0" err="1"/>
              <a:t>million</a:t>
            </a:r>
            <a:r>
              <a:rPr lang="es-ES" dirty="0"/>
              <a:t> </a:t>
            </a:r>
            <a:r>
              <a:rPr lang="es-ES" dirty="0" err="1"/>
              <a:t>trips</a:t>
            </a:r>
            <a:r>
              <a:rPr lang="es-ES" dirty="0"/>
              <a:t>.</a:t>
            </a:r>
          </a:p>
          <a:p>
            <a:pPr>
              <a:buFont typeface="Wingdings" panose="05000000000000000000" pitchFamily="2" charset="2"/>
              <a:buChar char="Ø"/>
            </a:pPr>
            <a:r>
              <a:rPr lang="es-ES" dirty="0"/>
              <a:t>Variables </a:t>
            </a:r>
            <a:r>
              <a:rPr lang="es-ES" dirty="0" err="1"/>
              <a:t>analyzed</a:t>
            </a:r>
            <a:r>
              <a:rPr lang="es-ES" dirty="0"/>
              <a:t>:</a:t>
            </a:r>
          </a:p>
          <a:p>
            <a:pPr lvl="1"/>
            <a:r>
              <a:rPr lang="es-ES" dirty="0" err="1"/>
              <a:t>User</a:t>
            </a:r>
            <a:r>
              <a:rPr lang="es-ES" dirty="0"/>
              <a:t> </a:t>
            </a:r>
            <a:r>
              <a:rPr lang="es-ES" dirty="0" err="1"/>
              <a:t>type</a:t>
            </a:r>
            <a:r>
              <a:rPr lang="es-ES" dirty="0"/>
              <a:t> </a:t>
            </a:r>
            <a:r>
              <a:rPr lang="es-ES" dirty="0" err="1"/>
              <a:t>Bike</a:t>
            </a:r>
            <a:r>
              <a:rPr lang="es-ES" dirty="0"/>
              <a:t> </a:t>
            </a:r>
          </a:p>
          <a:p>
            <a:pPr lvl="1"/>
            <a:r>
              <a:rPr lang="es-ES" dirty="0" err="1"/>
              <a:t>Type</a:t>
            </a:r>
            <a:r>
              <a:rPr lang="es-ES" dirty="0"/>
              <a:t> Date and time </a:t>
            </a:r>
          </a:p>
          <a:p>
            <a:pPr lvl="1"/>
            <a:r>
              <a:rPr lang="es-ES" dirty="0"/>
              <a:t>Trip </a:t>
            </a:r>
            <a:r>
              <a:rPr lang="es-ES" dirty="0" err="1"/>
              <a:t>duration</a:t>
            </a:r>
            <a:r>
              <a:rPr lang="es-ES" dirty="0"/>
              <a:t> Start and </a:t>
            </a:r>
            <a:r>
              <a:rPr lang="es-ES" dirty="0" err="1"/>
              <a:t>end</a:t>
            </a:r>
            <a:r>
              <a:rPr lang="es-ES" dirty="0"/>
              <a:t> </a:t>
            </a:r>
            <a:r>
              <a:rPr lang="es-ES" dirty="0" err="1"/>
              <a:t>stations</a:t>
            </a:r>
            <a:endParaRPr lang="es-ES" dirty="0"/>
          </a:p>
          <a:p>
            <a:pPr lvl="1"/>
            <a:r>
              <a:rPr lang="es-ES" dirty="0"/>
              <a:t>Trip </a:t>
            </a:r>
            <a:r>
              <a:rPr lang="es-ES" dirty="0" err="1"/>
              <a:t>by</a:t>
            </a:r>
            <a:r>
              <a:rPr lang="es-ES" dirty="0"/>
              <a:t> </a:t>
            </a:r>
            <a:r>
              <a:rPr lang="es-ES" dirty="0" err="1"/>
              <a:t>season</a:t>
            </a:r>
            <a:endParaRPr lang="es-ES" dirty="0"/>
          </a:p>
        </p:txBody>
      </p:sp>
    </p:spTree>
    <p:extLst>
      <p:ext uri="{BB962C8B-B14F-4D97-AF65-F5344CB8AC3E}">
        <p14:creationId xmlns:p14="http://schemas.microsoft.com/office/powerpoint/2010/main" val="2524969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8FB9C0-5F30-2F9F-E1E8-63E97CFB899A}"/>
              </a:ext>
            </a:extLst>
          </p:cNvPr>
          <p:cNvSpPr>
            <a:spLocks noGrp="1"/>
          </p:cNvSpPr>
          <p:nvPr>
            <p:ph type="title"/>
          </p:nvPr>
        </p:nvSpPr>
        <p:spPr/>
        <p:txBody>
          <a:bodyPr>
            <a:normAutofit/>
          </a:bodyPr>
          <a:lstStyle/>
          <a:p>
            <a:pPr algn="ctr"/>
            <a:r>
              <a:rPr lang="es-ES" sz="4000" dirty="0" err="1">
                <a:solidFill>
                  <a:srgbClr val="0070C0"/>
                </a:solidFill>
              </a:rPr>
              <a:t>Exploratory</a:t>
            </a:r>
            <a:r>
              <a:rPr lang="es-ES" sz="4000" dirty="0">
                <a:solidFill>
                  <a:srgbClr val="0070C0"/>
                </a:solidFill>
              </a:rPr>
              <a:t> </a:t>
            </a:r>
            <a:r>
              <a:rPr lang="es-ES" sz="4000" dirty="0" err="1">
                <a:solidFill>
                  <a:srgbClr val="0070C0"/>
                </a:solidFill>
              </a:rPr>
              <a:t>analysis</a:t>
            </a:r>
            <a:endParaRPr lang="es-ES" sz="4000" dirty="0">
              <a:solidFill>
                <a:srgbClr val="0070C0"/>
              </a:solidFill>
            </a:endParaRPr>
          </a:p>
        </p:txBody>
      </p:sp>
      <p:sp>
        <p:nvSpPr>
          <p:cNvPr id="3" name="Marcador de contenido 2">
            <a:extLst>
              <a:ext uri="{FF2B5EF4-FFF2-40B4-BE49-F238E27FC236}">
                <a16:creationId xmlns:a16="http://schemas.microsoft.com/office/drawing/2014/main" id="{641EACE3-922F-CA57-FD47-4E0949B6CDE6}"/>
              </a:ext>
            </a:extLst>
          </p:cNvPr>
          <p:cNvSpPr>
            <a:spLocks noGrp="1"/>
          </p:cNvSpPr>
          <p:nvPr>
            <p:ph idx="1"/>
          </p:nvPr>
        </p:nvSpPr>
        <p:spPr/>
        <p:txBody>
          <a:bodyPr/>
          <a:lstStyle/>
          <a:p>
            <a:pPr>
              <a:buFont typeface="Wingdings" panose="05000000000000000000" pitchFamily="2" charset="2"/>
              <a:buChar char="Ø"/>
            </a:pPr>
            <a:r>
              <a:rPr lang="en-US" dirty="0"/>
              <a:t>During this project, we have based our analysis on the following KPIs</a:t>
            </a:r>
          </a:p>
          <a:p>
            <a:pPr>
              <a:lnSpc>
                <a:spcPct val="200000"/>
              </a:lnSpc>
              <a:buFont typeface="Arial" panose="020B0604020202020204" pitchFamily="34" charset="0"/>
              <a:buChar char="•"/>
            </a:pPr>
            <a:r>
              <a:rPr lang="es-ES" dirty="0"/>
              <a:t>	</a:t>
            </a:r>
            <a:r>
              <a:rPr lang="es-ES" dirty="0" err="1"/>
              <a:t>Ride</a:t>
            </a:r>
            <a:r>
              <a:rPr lang="es-ES" dirty="0"/>
              <a:t> </a:t>
            </a:r>
            <a:r>
              <a:rPr lang="es-ES" dirty="0" err="1"/>
              <a:t>Duration</a:t>
            </a:r>
            <a:endParaRPr lang="es-ES" dirty="0"/>
          </a:p>
          <a:p>
            <a:pPr>
              <a:lnSpc>
                <a:spcPct val="200000"/>
              </a:lnSpc>
              <a:buFont typeface="Arial" panose="020B0604020202020204" pitchFamily="34" charset="0"/>
              <a:buChar char="•"/>
            </a:pPr>
            <a:r>
              <a:rPr lang="es-ES" dirty="0"/>
              <a:t>	</a:t>
            </a:r>
            <a:r>
              <a:rPr lang="es-ES" dirty="0" err="1"/>
              <a:t>Ride</a:t>
            </a:r>
            <a:r>
              <a:rPr lang="es-ES" dirty="0"/>
              <a:t> </a:t>
            </a:r>
            <a:r>
              <a:rPr lang="es-ES" dirty="0" err="1"/>
              <a:t>Frequency</a:t>
            </a:r>
            <a:r>
              <a:rPr lang="es-ES" dirty="0"/>
              <a:t> </a:t>
            </a:r>
          </a:p>
          <a:p>
            <a:pPr>
              <a:lnSpc>
                <a:spcPct val="200000"/>
              </a:lnSpc>
              <a:buFont typeface="Arial" panose="020B0604020202020204" pitchFamily="34" charset="0"/>
              <a:buChar char="•"/>
            </a:pPr>
            <a:r>
              <a:rPr lang="es-ES" dirty="0"/>
              <a:t>               Day </a:t>
            </a:r>
            <a:r>
              <a:rPr lang="es-ES" dirty="0" err="1"/>
              <a:t>of</a:t>
            </a:r>
            <a:r>
              <a:rPr lang="es-ES" dirty="0"/>
              <a:t> Week </a:t>
            </a:r>
            <a:r>
              <a:rPr lang="es-ES" dirty="0" err="1"/>
              <a:t>Month</a:t>
            </a:r>
            <a:r>
              <a:rPr lang="es-ES" dirty="0"/>
              <a:t> </a:t>
            </a:r>
            <a:endParaRPr lang="es-ES" sz="1800" dirty="0"/>
          </a:p>
          <a:p>
            <a:pPr>
              <a:lnSpc>
                <a:spcPct val="200000"/>
              </a:lnSpc>
              <a:buFont typeface="Arial" panose="020B0604020202020204" pitchFamily="34" charset="0"/>
              <a:buChar char="•"/>
            </a:pPr>
            <a:r>
              <a:rPr lang="es-ES" sz="2000" dirty="0"/>
              <a:t>             Hour </a:t>
            </a:r>
            <a:r>
              <a:rPr lang="es-ES" sz="2000" dirty="0" err="1"/>
              <a:t>Bike</a:t>
            </a:r>
            <a:r>
              <a:rPr lang="es-ES" sz="2000" dirty="0"/>
              <a:t> </a:t>
            </a:r>
            <a:r>
              <a:rPr lang="es-ES" sz="2000" dirty="0" err="1"/>
              <a:t>Type</a:t>
            </a:r>
            <a:r>
              <a:rPr lang="es-ES" sz="2000" dirty="0"/>
              <a:t> Start Station</a:t>
            </a:r>
          </a:p>
        </p:txBody>
      </p:sp>
    </p:spTree>
    <p:extLst>
      <p:ext uri="{BB962C8B-B14F-4D97-AF65-F5344CB8AC3E}">
        <p14:creationId xmlns:p14="http://schemas.microsoft.com/office/powerpoint/2010/main" val="2481790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0861964-D86C-4A50-8F6D-B466384A61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3DBDDB8-A0B1-4D5A-633C-941C7CB8E32F}"/>
              </a:ext>
            </a:extLst>
          </p:cNvPr>
          <p:cNvSpPr>
            <a:spLocks noGrp="1"/>
          </p:cNvSpPr>
          <p:nvPr>
            <p:ph type="title"/>
          </p:nvPr>
        </p:nvSpPr>
        <p:spPr>
          <a:xfrm>
            <a:off x="8381999" y="634947"/>
            <a:ext cx="3438525" cy="1231954"/>
          </a:xfrm>
        </p:spPr>
        <p:txBody>
          <a:bodyPr>
            <a:normAutofit/>
          </a:bodyPr>
          <a:lstStyle/>
          <a:p>
            <a:r>
              <a:rPr lang="es-ES" sz="4000" dirty="0" err="1">
                <a:solidFill>
                  <a:srgbClr val="0070C0"/>
                </a:solidFill>
              </a:rPr>
              <a:t>Average</a:t>
            </a:r>
            <a:r>
              <a:rPr lang="es-ES" sz="4000" dirty="0">
                <a:solidFill>
                  <a:srgbClr val="0070C0"/>
                </a:solidFill>
              </a:rPr>
              <a:t> </a:t>
            </a:r>
            <a:r>
              <a:rPr lang="es-ES" sz="4000" dirty="0" err="1">
                <a:solidFill>
                  <a:srgbClr val="0070C0"/>
                </a:solidFill>
              </a:rPr>
              <a:t>Ride</a:t>
            </a:r>
            <a:r>
              <a:rPr lang="es-ES" sz="4000" dirty="0">
                <a:solidFill>
                  <a:srgbClr val="0070C0"/>
                </a:solidFill>
              </a:rPr>
              <a:t> </a:t>
            </a:r>
            <a:r>
              <a:rPr lang="es-ES" sz="4000" dirty="0" err="1">
                <a:solidFill>
                  <a:srgbClr val="0070C0"/>
                </a:solidFill>
              </a:rPr>
              <a:t>Duration</a:t>
            </a:r>
            <a:endParaRPr lang="es-ES" sz="4000" dirty="0">
              <a:solidFill>
                <a:srgbClr val="0070C0"/>
              </a:solidFill>
            </a:endParaRPr>
          </a:p>
        </p:txBody>
      </p:sp>
      <p:pic>
        <p:nvPicPr>
          <p:cNvPr id="4" name="Marcador de contenido 3">
            <a:extLst>
              <a:ext uri="{FF2B5EF4-FFF2-40B4-BE49-F238E27FC236}">
                <a16:creationId xmlns:a16="http://schemas.microsoft.com/office/drawing/2014/main" id="{71BEACCB-24C4-38F5-C6DA-22A8C95903F2}"/>
              </a:ext>
            </a:extLst>
          </p:cNvPr>
          <p:cNvPicPr>
            <a:picLocks noChangeAspect="1"/>
          </p:cNvPicPr>
          <p:nvPr/>
        </p:nvPicPr>
        <p:blipFill>
          <a:blip r:embed="rId2"/>
          <a:stretch>
            <a:fillRect/>
          </a:stretch>
        </p:blipFill>
        <p:spPr>
          <a:xfrm>
            <a:off x="633999" y="923925"/>
            <a:ext cx="7376523" cy="4448173"/>
          </a:xfrm>
          <a:prstGeom prst="rect">
            <a:avLst/>
          </a:prstGeom>
        </p:spPr>
      </p:pic>
      <p:cxnSp>
        <p:nvCxnSpPr>
          <p:cNvPr id="22" name="Straight Connector 21">
            <a:extLst>
              <a:ext uri="{FF2B5EF4-FFF2-40B4-BE49-F238E27FC236}">
                <a16:creationId xmlns:a16="http://schemas.microsoft.com/office/drawing/2014/main" id="{754A678E-8F30-4E92-A5BF-F5D03D01139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FA1899FA-05DD-0F94-D41F-B0005A1454DE}"/>
              </a:ext>
            </a:extLst>
          </p:cNvPr>
          <p:cNvSpPr>
            <a:spLocks noGrp="1"/>
          </p:cNvSpPr>
          <p:nvPr>
            <p:ph idx="1"/>
          </p:nvPr>
        </p:nvSpPr>
        <p:spPr>
          <a:xfrm>
            <a:off x="8130267" y="2152188"/>
            <a:ext cx="3690257" cy="3670180"/>
          </a:xfrm>
        </p:spPr>
        <p:txBody>
          <a:bodyPr>
            <a:normAutofit/>
          </a:bodyPr>
          <a:lstStyle/>
          <a:p>
            <a:pPr>
              <a:buFont typeface="Wingdings" panose="05000000000000000000" pitchFamily="2" charset="2"/>
              <a:buChar char="v"/>
            </a:pPr>
            <a:r>
              <a:rPr lang="en-US" sz="1400" dirty="0"/>
              <a:t>Casual users take longer trips (14.3 min) than members (10.7 min), suggesting a more recreational use compared to the routine use of members and highlighting different needs between the two segments.</a:t>
            </a:r>
          </a:p>
          <a:p>
            <a:pPr marL="0" indent="0">
              <a:buNone/>
            </a:pPr>
            <a:endParaRPr lang="en-US" sz="1400" dirty="0"/>
          </a:p>
          <a:p>
            <a:pPr marL="0" indent="0">
              <a:buNone/>
            </a:pPr>
            <a:r>
              <a:rPr lang="en-US" sz="1400" b="1" dirty="0"/>
              <a:t>Recommendation</a:t>
            </a:r>
            <a:r>
              <a:rPr lang="en-US" sz="1400" dirty="0"/>
              <a:t>:</a:t>
            </a:r>
          </a:p>
          <a:p>
            <a:pPr marL="0" indent="0">
              <a:buNone/>
            </a:pPr>
            <a:endParaRPr lang="en-US" sz="1400" dirty="0"/>
          </a:p>
          <a:p>
            <a:pPr>
              <a:buFont typeface="Wingdings" panose="05000000000000000000" pitchFamily="2" charset="2"/>
              <a:buChar char="v"/>
            </a:pPr>
            <a:r>
              <a:rPr lang="en-US" sz="1400" dirty="0"/>
              <a:t>Design memberships or promotional campaigns aimed at casual users with benefits for recreational and longer trips, encouraging their conversion to annual members.</a:t>
            </a:r>
          </a:p>
        </p:txBody>
      </p:sp>
      <p:sp>
        <p:nvSpPr>
          <p:cNvPr id="24" name="Rectangle 23">
            <a:extLst>
              <a:ext uri="{FF2B5EF4-FFF2-40B4-BE49-F238E27FC236}">
                <a16:creationId xmlns:a16="http://schemas.microsoft.com/office/drawing/2014/main" id="{02CE8509-9E93-4D74-BF24-661F111C7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18688C"/>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6" name="Rectangle 25">
            <a:extLst>
              <a:ext uri="{FF2B5EF4-FFF2-40B4-BE49-F238E27FC236}">
                <a16:creationId xmlns:a16="http://schemas.microsoft.com/office/drawing/2014/main" id="{66E8BA98-E13C-403B-AC96-75E203799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6916306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8CB54FC-0B2A-4107-9A70-958B90B76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3062CF0-6468-13E1-08B8-68BEEE27648C}"/>
              </a:ext>
            </a:extLst>
          </p:cNvPr>
          <p:cNvSpPr>
            <a:spLocks noGrp="1"/>
          </p:cNvSpPr>
          <p:nvPr>
            <p:ph type="title"/>
          </p:nvPr>
        </p:nvSpPr>
        <p:spPr>
          <a:xfrm>
            <a:off x="7581900" y="1201782"/>
            <a:ext cx="4080781" cy="884406"/>
          </a:xfrm>
        </p:spPr>
        <p:txBody>
          <a:bodyPr vert="horz" lIns="91440" tIns="45720" rIns="91440" bIns="45720" rtlCol="0">
            <a:normAutofit/>
          </a:bodyPr>
          <a:lstStyle/>
          <a:p>
            <a:r>
              <a:rPr lang="en-US" sz="4000" dirty="0">
                <a:solidFill>
                  <a:srgbClr val="0070C0"/>
                </a:solidFill>
              </a:rPr>
              <a:t>Trips by Ride type</a:t>
            </a:r>
          </a:p>
        </p:txBody>
      </p:sp>
      <p:pic>
        <p:nvPicPr>
          <p:cNvPr id="4" name="Marcador de contenido 3">
            <a:extLst>
              <a:ext uri="{FF2B5EF4-FFF2-40B4-BE49-F238E27FC236}">
                <a16:creationId xmlns:a16="http://schemas.microsoft.com/office/drawing/2014/main" id="{7B37D7AD-F166-8079-0C4E-141E856E5E35}"/>
              </a:ext>
            </a:extLst>
          </p:cNvPr>
          <p:cNvPicPr>
            <a:picLocks noChangeAspect="1"/>
          </p:cNvPicPr>
          <p:nvPr/>
        </p:nvPicPr>
        <p:blipFill>
          <a:blip r:embed="rId2"/>
          <a:stretch>
            <a:fillRect/>
          </a:stretch>
        </p:blipFill>
        <p:spPr>
          <a:xfrm>
            <a:off x="276225" y="457200"/>
            <a:ext cx="7305675" cy="5343524"/>
          </a:xfrm>
          <a:prstGeom prst="rect">
            <a:avLst/>
          </a:prstGeom>
        </p:spPr>
      </p:pic>
      <p:cxnSp>
        <p:nvCxnSpPr>
          <p:cNvPr id="30" name="Straight Connector 29">
            <a:extLst>
              <a:ext uri="{FF2B5EF4-FFF2-40B4-BE49-F238E27FC236}">
                <a16:creationId xmlns:a16="http://schemas.microsoft.com/office/drawing/2014/main" id="{7855A9B5-1710-4B19-B0F1-CDFDD4ED5B7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11684" y="2086188"/>
            <a:ext cx="4748808"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25" name="Content Placeholder 24">
            <a:extLst>
              <a:ext uri="{FF2B5EF4-FFF2-40B4-BE49-F238E27FC236}">
                <a16:creationId xmlns:a16="http://schemas.microsoft.com/office/drawing/2014/main" id="{9EE21EDA-61B5-4D0D-36A9-FC17ECF46A40}"/>
              </a:ext>
            </a:extLst>
          </p:cNvPr>
          <p:cNvSpPr>
            <a:spLocks noGrp="1"/>
          </p:cNvSpPr>
          <p:nvPr>
            <p:ph idx="1"/>
          </p:nvPr>
        </p:nvSpPr>
        <p:spPr>
          <a:xfrm>
            <a:off x="7581900" y="2198914"/>
            <a:ext cx="3956955" cy="3601808"/>
          </a:xfrm>
        </p:spPr>
        <p:txBody>
          <a:bodyPr>
            <a:normAutofit/>
          </a:bodyPr>
          <a:lstStyle/>
          <a:p>
            <a:pPr lvl="0"/>
            <a:r>
              <a:rPr lang="en-US" sz="1400" dirty="0"/>
              <a:t>Members generate substantially more trips than casual riders, accounting for approximately 64% of all rides, while casual riders represent around 36%.</a:t>
            </a:r>
          </a:p>
          <a:p>
            <a:pPr lvl="0"/>
            <a:endParaRPr lang="es-ES" sz="1400" dirty="0"/>
          </a:p>
          <a:p>
            <a:r>
              <a:rPr lang="es-ES" sz="1400" dirty="0" err="1"/>
              <a:t>Supporting</a:t>
            </a:r>
            <a:r>
              <a:rPr lang="es-ES" sz="1400" dirty="0"/>
              <a:t> data:</a:t>
            </a:r>
          </a:p>
          <a:p>
            <a:endParaRPr lang="es-ES" sz="1400" dirty="0"/>
          </a:p>
          <a:p>
            <a:pPr lvl="0"/>
            <a:r>
              <a:rPr lang="es-ES" sz="1400" dirty="0"/>
              <a:t>Members: 3,553,497 </a:t>
            </a:r>
            <a:r>
              <a:rPr lang="es-ES" sz="1400" dirty="0" err="1"/>
              <a:t>trips</a:t>
            </a:r>
            <a:r>
              <a:rPr lang="es-ES" sz="1400" dirty="0"/>
              <a:t> </a:t>
            </a:r>
          </a:p>
          <a:p>
            <a:pPr lvl="0"/>
            <a:r>
              <a:rPr lang="es-ES" sz="1400" dirty="0"/>
              <a:t>Casual </a:t>
            </a:r>
            <a:r>
              <a:rPr lang="es-ES" sz="1400" dirty="0" err="1"/>
              <a:t>riders</a:t>
            </a:r>
            <a:r>
              <a:rPr lang="es-ES" sz="1400" dirty="0"/>
              <a:t>: 1,999,497 </a:t>
            </a:r>
            <a:r>
              <a:rPr lang="es-ES" sz="1400" dirty="0" err="1"/>
              <a:t>trips</a:t>
            </a:r>
            <a:r>
              <a:rPr lang="es-ES" sz="1400" dirty="0"/>
              <a:t> </a:t>
            </a:r>
          </a:p>
          <a:p>
            <a:pPr lvl="0"/>
            <a:endParaRPr lang="es-ES" sz="1400" dirty="0"/>
          </a:p>
          <a:p>
            <a:pPr lvl="0"/>
            <a:r>
              <a:rPr lang="en-US" sz="1400" dirty="0"/>
              <a:t>Difference: 1,554,000 trips (members completed about 77.7% more trips than casual riders). </a:t>
            </a:r>
            <a:endParaRPr lang="es-ES" sz="1400" dirty="0"/>
          </a:p>
          <a:p>
            <a:endParaRPr lang="en-US" dirty="0"/>
          </a:p>
        </p:txBody>
      </p:sp>
      <p:sp>
        <p:nvSpPr>
          <p:cNvPr id="32" name="Rectangle 31">
            <a:extLst>
              <a:ext uri="{FF2B5EF4-FFF2-40B4-BE49-F238E27FC236}">
                <a16:creationId xmlns:a16="http://schemas.microsoft.com/office/drawing/2014/main" id="{6587DBF8-5C50-4034-8B79-FE54A01A8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1C85B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4" name="Rectangle 33">
            <a:extLst>
              <a:ext uri="{FF2B5EF4-FFF2-40B4-BE49-F238E27FC236}">
                <a16:creationId xmlns:a16="http://schemas.microsoft.com/office/drawing/2014/main" id="{14720853-E885-4BE5-BFE2-24004CEF6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314088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2" name="Rectangle 44">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9B3E5A2-1A60-FB59-6844-7996C60C8F77}"/>
              </a:ext>
            </a:extLst>
          </p:cNvPr>
          <p:cNvSpPr>
            <a:spLocks noGrp="1"/>
          </p:cNvSpPr>
          <p:nvPr>
            <p:ph type="title"/>
          </p:nvPr>
        </p:nvSpPr>
        <p:spPr>
          <a:xfrm>
            <a:off x="7859485" y="634946"/>
            <a:ext cx="3690257" cy="1450757"/>
          </a:xfrm>
        </p:spPr>
        <p:txBody>
          <a:bodyPr>
            <a:normAutofit/>
          </a:bodyPr>
          <a:lstStyle/>
          <a:p>
            <a:r>
              <a:rPr lang="es-ES" sz="4000" dirty="0" err="1">
                <a:solidFill>
                  <a:srgbClr val="0070C0"/>
                </a:solidFill>
              </a:rPr>
              <a:t>Trips</a:t>
            </a:r>
            <a:r>
              <a:rPr lang="es-ES" sz="4000" dirty="0">
                <a:solidFill>
                  <a:srgbClr val="0070C0"/>
                </a:solidFill>
              </a:rPr>
              <a:t> </a:t>
            </a:r>
            <a:r>
              <a:rPr lang="es-ES" sz="4000" dirty="0" err="1">
                <a:solidFill>
                  <a:srgbClr val="0070C0"/>
                </a:solidFill>
              </a:rPr>
              <a:t>by</a:t>
            </a:r>
            <a:r>
              <a:rPr lang="es-ES" sz="4000" dirty="0">
                <a:solidFill>
                  <a:srgbClr val="0070C0"/>
                </a:solidFill>
              </a:rPr>
              <a:t> Day </a:t>
            </a:r>
            <a:r>
              <a:rPr lang="es-ES" sz="4000" dirty="0" err="1">
                <a:solidFill>
                  <a:srgbClr val="0070C0"/>
                </a:solidFill>
              </a:rPr>
              <a:t>of</a:t>
            </a:r>
            <a:r>
              <a:rPr lang="es-ES" sz="4000" dirty="0">
                <a:solidFill>
                  <a:srgbClr val="0070C0"/>
                </a:solidFill>
              </a:rPr>
              <a:t> </a:t>
            </a:r>
            <a:r>
              <a:rPr lang="es-ES" sz="4000" dirty="0" err="1">
                <a:solidFill>
                  <a:srgbClr val="0070C0"/>
                </a:solidFill>
              </a:rPr>
              <a:t>the</a:t>
            </a:r>
            <a:r>
              <a:rPr lang="es-ES" sz="4000" dirty="0">
                <a:solidFill>
                  <a:srgbClr val="0070C0"/>
                </a:solidFill>
              </a:rPr>
              <a:t> Week</a:t>
            </a:r>
          </a:p>
        </p:txBody>
      </p:sp>
      <p:pic>
        <p:nvPicPr>
          <p:cNvPr id="4" name="Marcador de contenido 3">
            <a:extLst>
              <a:ext uri="{FF2B5EF4-FFF2-40B4-BE49-F238E27FC236}">
                <a16:creationId xmlns:a16="http://schemas.microsoft.com/office/drawing/2014/main" id="{1C1B5DEA-E71A-5350-E8BC-A716B997B7F3}"/>
              </a:ext>
            </a:extLst>
          </p:cNvPr>
          <p:cNvPicPr>
            <a:picLocks noChangeAspect="1"/>
          </p:cNvPicPr>
          <p:nvPr/>
        </p:nvPicPr>
        <p:blipFill>
          <a:blip r:embed="rId2"/>
          <a:srcRect l="7138" r="6399"/>
          <a:stretch>
            <a:fillRect/>
          </a:stretch>
        </p:blipFill>
        <p:spPr>
          <a:xfrm>
            <a:off x="633999" y="640081"/>
            <a:ext cx="7166705" cy="5314406"/>
          </a:xfrm>
          <a:prstGeom prst="rect">
            <a:avLst/>
          </a:prstGeom>
        </p:spPr>
      </p:pic>
      <p:cxnSp>
        <p:nvCxnSpPr>
          <p:cNvPr id="43" name="Straight Connector 46">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E83DB6DE-0789-FF64-C8DA-8BE6668E1D67}"/>
              </a:ext>
            </a:extLst>
          </p:cNvPr>
          <p:cNvSpPr>
            <a:spLocks noGrp="1"/>
          </p:cNvSpPr>
          <p:nvPr>
            <p:ph idx="1"/>
          </p:nvPr>
        </p:nvSpPr>
        <p:spPr>
          <a:xfrm>
            <a:off x="7859485" y="2198914"/>
            <a:ext cx="3690257" cy="3670180"/>
          </a:xfrm>
        </p:spPr>
        <p:txBody>
          <a:bodyPr>
            <a:normAutofit/>
          </a:bodyPr>
          <a:lstStyle/>
          <a:p>
            <a:pPr>
              <a:buFont typeface="Wingdings" panose="05000000000000000000" pitchFamily="2" charset="2"/>
              <a:buChar char="Ø"/>
            </a:pPr>
            <a:r>
              <a:rPr lang="es-ES" sz="1600" dirty="0"/>
              <a:t>Casual </a:t>
            </a:r>
            <a:r>
              <a:rPr lang="es-ES" sz="1600" dirty="0" err="1"/>
              <a:t>riders</a:t>
            </a:r>
            <a:r>
              <a:rPr lang="es-ES" sz="1600" dirty="0"/>
              <a:t> </a:t>
            </a:r>
            <a:r>
              <a:rPr lang="es-ES" sz="1600" dirty="0" err="1"/>
              <a:t>increase</a:t>
            </a:r>
            <a:r>
              <a:rPr lang="es-ES" sz="1600" dirty="0"/>
              <a:t> </a:t>
            </a:r>
            <a:r>
              <a:rPr lang="es-ES" sz="1600" dirty="0" err="1"/>
              <a:t>bike</a:t>
            </a:r>
            <a:r>
              <a:rPr lang="es-ES" sz="1600" dirty="0"/>
              <a:t> </a:t>
            </a:r>
            <a:r>
              <a:rPr lang="es-ES" sz="1600" dirty="0" err="1"/>
              <a:t>usage</a:t>
            </a:r>
            <a:r>
              <a:rPr lang="es-ES" sz="1600" dirty="0"/>
              <a:t> </a:t>
            </a:r>
            <a:r>
              <a:rPr lang="es-ES" sz="1600" dirty="0" err="1"/>
              <a:t>toward</a:t>
            </a:r>
            <a:r>
              <a:rPr lang="es-ES" sz="1600" dirty="0"/>
              <a:t> </a:t>
            </a:r>
            <a:r>
              <a:rPr lang="es-ES" sz="1600" dirty="0" err="1"/>
              <a:t>the</a:t>
            </a:r>
            <a:r>
              <a:rPr lang="es-ES" sz="1600" dirty="0"/>
              <a:t> </a:t>
            </a:r>
            <a:r>
              <a:rPr lang="es-ES" sz="1600" dirty="0" err="1"/>
              <a:t>weekend</a:t>
            </a:r>
            <a:r>
              <a:rPr lang="es-ES" sz="1600" dirty="0"/>
              <a:t>, </a:t>
            </a:r>
            <a:r>
              <a:rPr lang="es-ES" sz="1600" dirty="0" err="1"/>
              <a:t>peaking</a:t>
            </a:r>
            <a:r>
              <a:rPr lang="es-ES" sz="1600" dirty="0"/>
              <a:t> </a:t>
            </a:r>
            <a:r>
              <a:rPr lang="es-ES" sz="1600" dirty="0" err="1"/>
              <a:t>from</a:t>
            </a:r>
            <a:r>
              <a:rPr lang="es-ES" sz="1600" dirty="0"/>
              <a:t> Friday </a:t>
            </a:r>
            <a:r>
              <a:rPr lang="es-ES" sz="1600" dirty="0" err="1"/>
              <a:t>to</a:t>
            </a:r>
            <a:r>
              <a:rPr lang="es-ES" sz="1600" dirty="0"/>
              <a:t> Sunday, </a:t>
            </a:r>
            <a:r>
              <a:rPr lang="es-ES" sz="1600" dirty="0" err="1"/>
              <a:t>while</a:t>
            </a:r>
            <a:r>
              <a:rPr lang="es-ES" sz="1600" dirty="0"/>
              <a:t> </a:t>
            </a:r>
            <a:r>
              <a:rPr lang="es-ES" sz="1600" dirty="0" err="1"/>
              <a:t>annual</a:t>
            </a:r>
            <a:r>
              <a:rPr lang="es-ES" sz="1600" dirty="0"/>
              <a:t> </a:t>
            </a:r>
            <a:r>
              <a:rPr lang="es-ES" sz="1600" dirty="0" err="1"/>
              <a:t>members</a:t>
            </a:r>
            <a:r>
              <a:rPr lang="es-ES" sz="1600" dirty="0"/>
              <a:t> </a:t>
            </a:r>
            <a:r>
              <a:rPr lang="es-ES" sz="1600" dirty="0" err="1"/>
              <a:t>maintain</a:t>
            </a:r>
            <a:r>
              <a:rPr lang="es-ES" sz="1600" dirty="0"/>
              <a:t> </a:t>
            </a:r>
            <a:r>
              <a:rPr lang="es-ES" sz="1600" dirty="0" err="1"/>
              <a:t>consistent</a:t>
            </a:r>
            <a:r>
              <a:rPr lang="es-ES" sz="1600" dirty="0"/>
              <a:t> </a:t>
            </a:r>
            <a:r>
              <a:rPr lang="es-ES" sz="1600" dirty="0" err="1"/>
              <a:t>usage</a:t>
            </a:r>
            <a:r>
              <a:rPr lang="es-ES" sz="1600" dirty="0"/>
              <a:t> </a:t>
            </a:r>
            <a:r>
              <a:rPr lang="es-ES" sz="1600" dirty="0" err="1"/>
              <a:t>throughout</a:t>
            </a:r>
            <a:r>
              <a:rPr lang="es-ES" sz="1600" dirty="0"/>
              <a:t> </a:t>
            </a:r>
            <a:r>
              <a:rPr lang="es-ES" sz="1600" dirty="0" err="1"/>
              <a:t>the</a:t>
            </a:r>
            <a:r>
              <a:rPr lang="es-ES" sz="1600" dirty="0"/>
              <a:t> </a:t>
            </a:r>
            <a:r>
              <a:rPr lang="es-ES" sz="1600" dirty="0" err="1"/>
              <a:t>week</a:t>
            </a:r>
            <a:r>
              <a:rPr lang="es-ES" sz="1600" dirty="0"/>
              <a:t>, </a:t>
            </a:r>
            <a:r>
              <a:rPr lang="es-ES" sz="1600" dirty="0" err="1"/>
              <a:t>suggesting</a:t>
            </a:r>
            <a:r>
              <a:rPr lang="es-ES" sz="1600" dirty="0"/>
              <a:t> </a:t>
            </a:r>
            <a:r>
              <a:rPr lang="es-ES" sz="1600" dirty="0" err="1"/>
              <a:t>different</a:t>
            </a:r>
            <a:r>
              <a:rPr lang="es-ES" sz="1600" dirty="0"/>
              <a:t> </a:t>
            </a:r>
            <a:r>
              <a:rPr lang="es-ES" sz="1600" dirty="0" err="1"/>
              <a:t>travel</a:t>
            </a:r>
            <a:r>
              <a:rPr lang="es-ES" sz="1600" dirty="0"/>
              <a:t> </a:t>
            </a:r>
            <a:r>
              <a:rPr lang="es-ES" sz="1600" dirty="0" err="1"/>
              <a:t>behaviors</a:t>
            </a:r>
            <a:r>
              <a:rPr lang="es-ES" sz="1600" dirty="0"/>
              <a:t> and </a:t>
            </a:r>
            <a:r>
              <a:rPr lang="es-ES" sz="1600" dirty="0" err="1"/>
              <a:t>needs</a:t>
            </a:r>
            <a:r>
              <a:rPr lang="es-ES" sz="1600" dirty="0"/>
              <a:t>.</a:t>
            </a:r>
          </a:p>
          <a:p>
            <a:pPr>
              <a:buFont typeface="Wingdings" panose="05000000000000000000" pitchFamily="2" charset="2"/>
              <a:buChar char="v"/>
            </a:pPr>
            <a:endParaRPr lang="es-ES" sz="1600" dirty="0"/>
          </a:p>
          <a:p>
            <a:pPr marL="0" indent="0">
              <a:buNone/>
            </a:pPr>
            <a:r>
              <a:rPr lang="es-ES" sz="1600" b="1" dirty="0" err="1"/>
              <a:t>Recommendations</a:t>
            </a:r>
            <a:endParaRPr lang="es-ES" sz="1600" b="1" dirty="0"/>
          </a:p>
          <a:p>
            <a:pPr marL="0" indent="0">
              <a:buNone/>
            </a:pPr>
            <a:endParaRPr lang="es-ES" sz="1600" dirty="0"/>
          </a:p>
          <a:p>
            <a:pPr>
              <a:buFont typeface="Wingdings" panose="05000000000000000000" pitchFamily="2" charset="2"/>
              <a:buChar char="Ø"/>
            </a:pPr>
            <a:r>
              <a:rPr lang="es-ES" sz="1600" dirty="0" err="1"/>
              <a:t>Launch</a:t>
            </a:r>
            <a:r>
              <a:rPr lang="es-ES" sz="1600" dirty="0"/>
              <a:t> </a:t>
            </a:r>
            <a:r>
              <a:rPr lang="es-ES" sz="1600" dirty="0" err="1"/>
              <a:t>weekend</a:t>
            </a:r>
            <a:r>
              <a:rPr lang="es-ES" sz="1600" dirty="0"/>
              <a:t> </a:t>
            </a:r>
            <a:r>
              <a:rPr lang="es-ES" sz="1600" dirty="0" err="1"/>
              <a:t>membership</a:t>
            </a:r>
            <a:r>
              <a:rPr lang="es-ES" sz="1600" dirty="0"/>
              <a:t> </a:t>
            </a:r>
            <a:r>
              <a:rPr lang="es-ES" sz="1600" dirty="0" err="1"/>
              <a:t>promotions</a:t>
            </a:r>
            <a:r>
              <a:rPr lang="es-ES" sz="1600" dirty="0"/>
              <a:t> targeting casual </a:t>
            </a:r>
            <a:r>
              <a:rPr lang="es-ES" sz="1600" dirty="0" err="1"/>
              <a:t>riders</a:t>
            </a:r>
            <a:r>
              <a:rPr lang="es-ES" sz="1600" dirty="0"/>
              <a:t> </a:t>
            </a:r>
            <a:r>
              <a:rPr lang="es-ES" sz="1600" dirty="0" err="1"/>
              <a:t>to</a:t>
            </a:r>
            <a:r>
              <a:rPr lang="es-ES" sz="1600" dirty="0"/>
              <a:t> </a:t>
            </a:r>
            <a:r>
              <a:rPr lang="es-ES" sz="1600" dirty="0" err="1"/>
              <a:t>increase</a:t>
            </a:r>
            <a:r>
              <a:rPr lang="es-ES" sz="1600" dirty="0"/>
              <a:t> </a:t>
            </a:r>
            <a:r>
              <a:rPr lang="es-ES" sz="1600" dirty="0" err="1"/>
              <a:t>annual</a:t>
            </a:r>
            <a:r>
              <a:rPr lang="es-ES" sz="1600" dirty="0"/>
              <a:t> </a:t>
            </a:r>
            <a:r>
              <a:rPr lang="es-ES" sz="1600" dirty="0" err="1"/>
              <a:t>membership</a:t>
            </a:r>
            <a:r>
              <a:rPr lang="es-ES" sz="1600" dirty="0"/>
              <a:t> </a:t>
            </a:r>
            <a:r>
              <a:rPr lang="es-ES" sz="1600" dirty="0" err="1"/>
              <a:t>conversions</a:t>
            </a:r>
            <a:r>
              <a:rPr lang="es-ES" sz="1600" dirty="0"/>
              <a:t> and </a:t>
            </a:r>
            <a:r>
              <a:rPr lang="es-ES" sz="1600" dirty="0" err="1"/>
              <a:t>improve</a:t>
            </a:r>
            <a:r>
              <a:rPr lang="es-ES" sz="1600" dirty="0"/>
              <a:t> </a:t>
            </a:r>
            <a:r>
              <a:rPr lang="es-ES" sz="1600" dirty="0" err="1"/>
              <a:t>customer</a:t>
            </a:r>
            <a:r>
              <a:rPr lang="es-ES" sz="1600" dirty="0"/>
              <a:t> </a:t>
            </a:r>
            <a:r>
              <a:rPr lang="es-ES" sz="1600" dirty="0" err="1"/>
              <a:t>retention</a:t>
            </a:r>
            <a:r>
              <a:rPr lang="es-ES" sz="1600" dirty="0"/>
              <a:t>.</a:t>
            </a:r>
            <a:endParaRPr lang="en-US" sz="1600" dirty="0"/>
          </a:p>
        </p:txBody>
      </p:sp>
      <p:sp>
        <p:nvSpPr>
          <p:cNvPr id="44" name="Rectangle 48">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51" name="Rectangle 50">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187359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20">
            <a:extLst>
              <a:ext uri="{FF2B5EF4-FFF2-40B4-BE49-F238E27FC236}">
                <a16:creationId xmlns:a16="http://schemas.microsoft.com/office/drawing/2014/main" id="{EE6D0A0E-AC19-415C-B3AE-96786F301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9DC925E-5F2F-90FC-1648-7285792E7833}"/>
              </a:ext>
            </a:extLst>
          </p:cNvPr>
          <p:cNvSpPr>
            <a:spLocks noGrp="1"/>
          </p:cNvSpPr>
          <p:nvPr>
            <p:ph type="title"/>
          </p:nvPr>
        </p:nvSpPr>
        <p:spPr>
          <a:xfrm>
            <a:off x="7177176" y="634946"/>
            <a:ext cx="4372565" cy="1450757"/>
          </a:xfrm>
        </p:spPr>
        <p:txBody>
          <a:bodyPr>
            <a:normAutofit/>
          </a:bodyPr>
          <a:lstStyle/>
          <a:p>
            <a:r>
              <a:rPr lang="es-ES" sz="4000" dirty="0" err="1">
                <a:solidFill>
                  <a:srgbClr val="0070C0"/>
                </a:solidFill>
              </a:rPr>
              <a:t>Trips</a:t>
            </a:r>
            <a:r>
              <a:rPr lang="es-ES" sz="4000" dirty="0">
                <a:solidFill>
                  <a:srgbClr val="0070C0"/>
                </a:solidFill>
              </a:rPr>
              <a:t> </a:t>
            </a:r>
            <a:r>
              <a:rPr lang="es-ES" sz="4000" dirty="0" err="1">
                <a:solidFill>
                  <a:srgbClr val="0070C0"/>
                </a:solidFill>
              </a:rPr>
              <a:t>by</a:t>
            </a:r>
            <a:r>
              <a:rPr lang="es-ES" sz="4000" dirty="0">
                <a:solidFill>
                  <a:srgbClr val="0070C0"/>
                </a:solidFill>
              </a:rPr>
              <a:t> </a:t>
            </a:r>
            <a:r>
              <a:rPr lang="es-ES" sz="4000" dirty="0" err="1">
                <a:solidFill>
                  <a:srgbClr val="0070C0"/>
                </a:solidFill>
              </a:rPr>
              <a:t>Month</a:t>
            </a:r>
            <a:r>
              <a:rPr lang="es-ES" sz="4000" dirty="0">
                <a:solidFill>
                  <a:srgbClr val="0070C0"/>
                </a:solidFill>
              </a:rPr>
              <a:t> and Season </a:t>
            </a:r>
            <a:r>
              <a:rPr lang="es-ES" sz="4000" dirty="0" err="1">
                <a:solidFill>
                  <a:srgbClr val="0070C0"/>
                </a:solidFill>
              </a:rPr>
              <a:t>of</a:t>
            </a:r>
            <a:r>
              <a:rPr lang="es-ES" sz="4000" dirty="0">
                <a:solidFill>
                  <a:srgbClr val="0070C0"/>
                </a:solidFill>
              </a:rPr>
              <a:t> </a:t>
            </a:r>
            <a:r>
              <a:rPr lang="es-ES" sz="4000" dirty="0" err="1">
                <a:solidFill>
                  <a:srgbClr val="0070C0"/>
                </a:solidFill>
              </a:rPr>
              <a:t>the</a:t>
            </a:r>
            <a:r>
              <a:rPr lang="es-ES" sz="4000" dirty="0">
                <a:solidFill>
                  <a:srgbClr val="0070C0"/>
                </a:solidFill>
              </a:rPr>
              <a:t> </a:t>
            </a:r>
            <a:r>
              <a:rPr lang="es-ES" sz="4000" dirty="0" err="1">
                <a:solidFill>
                  <a:srgbClr val="0070C0"/>
                </a:solidFill>
              </a:rPr>
              <a:t>year</a:t>
            </a:r>
            <a:endParaRPr lang="es-ES" sz="4000" dirty="0">
              <a:solidFill>
                <a:srgbClr val="0070C0"/>
              </a:solidFill>
            </a:endParaRPr>
          </a:p>
        </p:txBody>
      </p:sp>
      <p:pic>
        <p:nvPicPr>
          <p:cNvPr id="4" name="Marcador de contenido 3">
            <a:extLst>
              <a:ext uri="{FF2B5EF4-FFF2-40B4-BE49-F238E27FC236}">
                <a16:creationId xmlns:a16="http://schemas.microsoft.com/office/drawing/2014/main" id="{567D9779-0BFA-C504-58F0-92A902F22D5F}"/>
              </a:ext>
            </a:extLst>
          </p:cNvPr>
          <p:cNvPicPr>
            <a:picLocks noChangeAspect="1"/>
          </p:cNvPicPr>
          <p:nvPr/>
        </p:nvPicPr>
        <p:blipFill>
          <a:blip r:embed="rId2"/>
          <a:srcRect r="14759" b="-1"/>
          <a:stretch>
            <a:fillRect/>
          </a:stretch>
        </p:blipFill>
        <p:spPr>
          <a:xfrm>
            <a:off x="465826" y="435192"/>
            <a:ext cx="6038491" cy="2716424"/>
          </a:xfrm>
          <a:prstGeom prst="rect">
            <a:avLst/>
          </a:prstGeom>
        </p:spPr>
      </p:pic>
      <p:cxnSp>
        <p:nvCxnSpPr>
          <p:cNvPr id="40" name="Straight Connector 22">
            <a:extLst>
              <a:ext uri="{FF2B5EF4-FFF2-40B4-BE49-F238E27FC236}">
                <a16:creationId xmlns:a16="http://schemas.microsoft.com/office/drawing/2014/main" id="{D4B6B151-91C6-4075-8FB3-43E838C2A99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81247" y="2086188"/>
            <a:ext cx="5852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pic>
        <p:nvPicPr>
          <p:cNvPr id="5" name="Imagen 4">
            <a:extLst>
              <a:ext uri="{FF2B5EF4-FFF2-40B4-BE49-F238E27FC236}">
                <a16:creationId xmlns:a16="http://schemas.microsoft.com/office/drawing/2014/main" id="{53E63F05-1CA4-7618-7DB4-45509C95CDB3}"/>
              </a:ext>
            </a:extLst>
          </p:cNvPr>
          <p:cNvPicPr>
            <a:picLocks noChangeAspect="1"/>
          </p:cNvPicPr>
          <p:nvPr/>
        </p:nvPicPr>
        <p:blipFill>
          <a:blip r:embed="rId3"/>
          <a:srcRect r="11510" b="-4"/>
          <a:stretch>
            <a:fillRect/>
          </a:stretch>
        </p:blipFill>
        <p:spPr>
          <a:xfrm>
            <a:off x="368238" y="3218100"/>
            <a:ext cx="6136079" cy="2777257"/>
          </a:xfrm>
          <a:prstGeom prst="rect">
            <a:avLst/>
          </a:prstGeom>
        </p:spPr>
      </p:pic>
      <p:sp>
        <p:nvSpPr>
          <p:cNvPr id="9" name="Content Placeholder 8">
            <a:extLst>
              <a:ext uri="{FF2B5EF4-FFF2-40B4-BE49-F238E27FC236}">
                <a16:creationId xmlns:a16="http://schemas.microsoft.com/office/drawing/2014/main" id="{2AF03159-FB8D-0D9C-63B1-AAD8410F6E8F}"/>
              </a:ext>
            </a:extLst>
          </p:cNvPr>
          <p:cNvSpPr>
            <a:spLocks noGrp="1"/>
          </p:cNvSpPr>
          <p:nvPr>
            <p:ph idx="1"/>
          </p:nvPr>
        </p:nvSpPr>
        <p:spPr>
          <a:xfrm>
            <a:off x="6598869" y="2312672"/>
            <a:ext cx="5224893" cy="3381565"/>
          </a:xfrm>
        </p:spPr>
        <p:txBody>
          <a:bodyPr>
            <a:normAutofit/>
          </a:bodyPr>
          <a:lstStyle/>
          <a:p>
            <a:pPr>
              <a:buFont typeface="Wingdings" panose="05000000000000000000" pitchFamily="2" charset="2"/>
              <a:buChar char="Ø"/>
            </a:pPr>
            <a:r>
              <a:rPr lang="es-ES" sz="1600" dirty="0"/>
              <a:t>Both </a:t>
            </a:r>
            <a:r>
              <a:rPr lang="es-ES" sz="1600" dirty="0" err="1"/>
              <a:t>user</a:t>
            </a:r>
            <a:r>
              <a:rPr lang="es-ES" sz="1600" dirty="0"/>
              <a:t> </a:t>
            </a:r>
            <a:r>
              <a:rPr lang="es-ES" sz="1600" dirty="0" err="1"/>
              <a:t>groups</a:t>
            </a:r>
            <a:r>
              <a:rPr lang="es-ES" sz="1600" dirty="0"/>
              <a:t> show a </a:t>
            </a:r>
            <a:r>
              <a:rPr lang="es-ES" sz="1600" dirty="0" err="1"/>
              <a:t>clear</a:t>
            </a:r>
            <a:r>
              <a:rPr lang="es-ES" sz="1600" dirty="0"/>
              <a:t> </a:t>
            </a:r>
            <a:r>
              <a:rPr lang="es-ES" sz="1600" dirty="0" err="1"/>
              <a:t>seasonal</a:t>
            </a:r>
            <a:r>
              <a:rPr lang="es-ES" sz="1600" dirty="0"/>
              <a:t> </a:t>
            </a:r>
            <a:r>
              <a:rPr lang="es-ES" sz="1600" dirty="0" err="1"/>
              <a:t>pattern</a:t>
            </a:r>
            <a:r>
              <a:rPr lang="es-ES" sz="1600" dirty="0"/>
              <a:t>, </a:t>
            </a:r>
            <a:r>
              <a:rPr lang="es-ES" sz="1600" dirty="0" err="1"/>
              <a:t>with</a:t>
            </a:r>
            <a:r>
              <a:rPr lang="es-ES" sz="1600" dirty="0"/>
              <a:t> </a:t>
            </a:r>
            <a:r>
              <a:rPr lang="es-ES" sz="1600" dirty="0" err="1"/>
              <a:t>bike</a:t>
            </a:r>
            <a:r>
              <a:rPr lang="es-ES" sz="1600" dirty="0"/>
              <a:t> </a:t>
            </a:r>
            <a:r>
              <a:rPr lang="es-ES" sz="1600" dirty="0" err="1"/>
              <a:t>usage</a:t>
            </a:r>
            <a:r>
              <a:rPr lang="es-ES" sz="1600" dirty="0"/>
              <a:t> </a:t>
            </a:r>
            <a:r>
              <a:rPr lang="es-ES" sz="1600" dirty="0" err="1"/>
              <a:t>peaking</a:t>
            </a:r>
            <a:r>
              <a:rPr lang="es-ES" sz="1600" dirty="0"/>
              <a:t> </a:t>
            </a:r>
            <a:r>
              <a:rPr lang="es-ES" sz="1600" dirty="0" err="1"/>
              <a:t>during</a:t>
            </a:r>
            <a:r>
              <a:rPr lang="es-ES" sz="1600" dirty="0"/>
              <a:t> </a:t>
            </a:r>
            <a:r>
              <a:rPr lang="es-ES" sz="1600" dirty="0" err="1"/>
              <a:t>summer</a:t>
            </a:r>
            <a:r>
              <a:rPr lang="es-ES" sz="1600" dirty="0"/>
              <a:t> and </a:t>
            </a:r>
            <a:r>
              <a:rPr lang="es-ES" sz="1600" dirty="0" err="1"/>
              <a:t>remaining</a:t>
            </a:r>
            <a:r>
              <a:rPr lang="es-ES" sz="1600" dirty="0"/>
              <a:t> </a:t>
            </a:r>
            <a:r>
              <a:rPr lang="es-ES" sz="1600" dirty="0" err="1"/>
              <a:t>high</a:t>
            </a:r>
            <a:r>
              <a:rPr lang="es-ES" sz="1600" dirty="0"/>
              <a:t> in </a:t>
            </a:r>
            <a:r>
              <a:rPr lang="es-ES" sz="1600" dirty="0" err="1"/>
              <a:t>autumn</a:t>
            </a:r>
            <a:r>
              <a:rPr lang="es-ES" sz="1600" dirty="0"/>
              <a:t>, </a:t>
            </a:r>
            <a:r>
              <a:rPr lang="es-ES" sz="1600" dirty="0" err="1"/>
              <a:t>while</a:t>
            </a:r>
            <a:r>
              <a:rPr lang="es-ES" sz="1600" dirty="0"/>
              <a:t> </a:t>
            </a:r>
            <a:r>
              <a:rPr lang="es-ES" sz="1600" dirty="0" err="1"/>
              <a:t>decreasing</a:t>
            </a:r>
            <a:r>
              <a:rPr lang="es-ES" sz="1600" dirty="0"/>
              <a:t> in </a:t>
            </a:r>
            <a:r>
              <a:rPr lang="es-ES" sz="1600" dirty="0" err="1"/>
              <a:t>colder</a:t>
            </a:r>
            <a:r>
              <a:rPr lang="es-ES" sz="1600" dirty="0"/>
              <a:t> </a:t>
            </a:r>
            <a:r>
              <a:rPr lang="es-ES" sz="1600" dirty="0" err="1"/>
              <a:t>months</a:t>
            </a:r>
            <a:r>
              <a:rPr lang="es-ES" sz="1600" dirty="0"/>
              <a:t>, </a:t>
            </a:r>
            <a:r>
              <a:rPr lang="es-ES" sz="1600" dirty="0" err="1"/>
              <a:t>highlighting</a:t>
            </a:r>
            <a:r>
              <a:rPr lang="es-ES" sz="1600" dirty="0"/>
              <a:t> </a:t>
            </a:r>
            <a:r>
              <a:rPr lang="es-ES" sz="1600" dirty="0" err="1"/>
              <a:t>seasonal</a:t>
            </a:r>
            <a:r>
              <a:rPr lang="es-ES" sz="1600" dirty="0"/>
              <a:t> </a:t>
            </a:r>
            <a:r>
              <a:rPr lang="es-ES" sz="1600" dirty="0" err="1"/>
              <a:t>demand</a:t>
            </a:r>
            <a:r>
              <a:rPr lang="es-ES" sz="1600" dirty="0"/>
              <a:t> </a:t>
            </a:r>
            <a:r>
              <a:rPr lang="es-ES" sz="1600" dirty="0" err="1"/>
              <a:t>trends</a:t>
            </a:r>
            <a:r>
              <a:rPr lang="es-ES" sz="1600" dirty="0"/>
              <a:t>.</a:t>
            </a:r>
          </a:p>
          <a:p>
            <a:pPr>
              <a:buFont typeface="Wingdings" panose="05000000000000000000" pitchFamily="2" charset="2"/>
              <a:buChar char="v"/>
            </a:pPr>
            <a:endParaRPr lang="es-ES" sz="1600" dirty="0"/>
          </a:p>
          <a:p>
            <a:pPr marL="0" indent="0">
              <a:buNone/>
            </a:pPr>
            <a:r>
              <a:rPr lang="es-ES" sz="1600" b="1" dirty="0" err="1"/>
              <a:t>Recommendations</a:t>
            </a:r>
            <a:endParaRPr lang="es-ES" sz="1600" b="1" dirty="0"/>
          </a:p>
          <a:p>
            <a:pPr marL="0" indent="0">
              <a:buNone/>
            </a:pPr>
            <a:endParaRPr lang="es-ES" sz="1600" dirty="0"/>
          </a:p>
          <a:p>
            <a:pPr>
              <a:buFont typeface="Wingdings" panose="05000000000000000000" pitchFamily="2" charset="2"/>
              <a:buChar char="Ø"/>
            </a:pPr>
            <a:r>
              <a:rPr lang="es-ES" sz="1600" dirty="0"/>
              <a:t>Focus marketing and </a:t>
            </a:r>
            <a:r>
              <a:rPr lang="es-ES" sz="1600" dirty="0" err="1"/>
              <a:t>membership</a:t>
            </a:r>
            <a:r>
              <a:rPr lang="es-ES" sz="1600" dirty="0"/>
              <a:t> </a:t>
            </a:r>
            <a:r>
              <a:rPr lang="es-ES" sz="1600" dirty="0" err="1"/>
              <a:t>campaigns</a:t>
            </a:r>
            <a:r>
              <a:rPr lang="es-ES" sz="1600" dirty="0"/>
              <a:t> </a:t>
            </a:r>
            <a:r>
              <a:rPr lang="es-ES" sz="1600" dirty="0" err="1"/>
              <a:t>during</a:t>
            </a:r>
            <a:r>
              <a:rPr lang="es-ES" sz="1600" dirty="0"/>
              <a:t> </a:t>
            </a:r>
            <a:r>
              <a:rPr lang="es-ES" sz="1600" dirty="0" err="1"/>
              <a:t>summer</a:t>
            </a:r>
            <a:r>
              <a:rPr lang="es-ES" sz="1600" dirty="0"/>
              <a:t> and </a:t>
            </a:r>
            <a:r>
              <a:rPr lang="es-ES" sz="1600" dirty="0" err="1"/>
              <a:t>autumn</a:t>
            </a:r>
            <a:r>
              <a:rPr lang="es-ES" sz="1600" dirty="0"/>
              <a:t>, and introduce </a:t>
            </a:r>
            <a:r>
              <a:rPr lang="es-ES" sz="1600" dirty="0" err="1"/>
              <a:t>promotions</a:t>
            </a:r>
            <a:r>
              <a:rPr lang="es-ES" sz="1600" dirty="0"/>
              <a:t> in </a:t>
            </a:r>
            <a:r>
              <a:rPr lang="es-ES" sz="1600" dirty="0" err="1"/>
              <a:t>low-demand</a:t>
            </a:r>
            <a:r>
              <a:rPr lang="es-ES" sz="1600" dirty="0"/>
              <a:t> </a:t>
            </a:r>
            <a:r>
              <a:rPr lang="es-ES" sz="1600" dirty="0" err="1"/>
              <a:t>months</a:t>
            </a:r>
            <a:r>
              <a:rPr lang="es-ES" sz="1600" dirty="0"/>
              <a:t> </a:t>
            </a:r>
            <a:r>
              <a:rPr lang="es-ES" sz="1600" dirty="0" err="1"/>
              <a:t>to</a:t>
            </a:r>
            <a:r>
              <a:rPr lang="es-ES" sz="1600" dirty="0"/>
              <a:t> </a:t>
            </a:r>
            <a:r>
              <a:rPr lang="es-ES" sz="1600" dirty="0" err="1"/>
              <a:t>encourage</a:t>
            </a:r>
            <a:r>
              <a:rPr lang="es-ES" sz="1600" dirty="0"/>
              <a:t> </a:t>
            </a:r>
            <a:r>
              <a:rPr lang="es-ES" sz="1600" dirty="0" err="1"/>
              <a:t>bike</a:t>
            </a:r>
            <a:r>
              <a:rPr lang="es-ES" sz="1600" dirty="0"/>
              <a:t> </a:t>
            </a:r>
            <a:r>
              <a:rPr lang="es-ES" sz="1600" dirty="0" err="1"/>
              <a:t>usage</a:t>
            </a:r>
            <a:r>
              <a:rPr lang="es-ES" sz="1600" dirty="0"/>
              <a:t> </a:t>
            </a:r>
            <a:r>
              <a:rPr lang="es-ES" sz="1600" dirty="0" err="1"/>
              <a:t>year</a:t>
            </a:r>
            <a:r>
              <a:rPr lang="es-ES" sz="1600" dirty="0"/>
              <a:t>-round.</a:t>
            </a:r>
            <a:endParaRPr lang="en-US" sz="1600" dirty="0"/>
          </a:p>
        </p:txBody>
      </p:sp>
      <p:sp>
        <p:nvSpPr>
          <p:cNvPr id="41" name="Rectangle 24">
            <a:extLst>
              <a:ext uri="{FF2B5EF4-FFF2-40B4-BE49-F238E27FC236}">
                <a16:creationId xmlns:a16="http://schemas.microsoft.com/office/drawing/2014/main" id="{59743FD2-096E-4E3C-B8A6-CC50548F47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rgbClr val="F57A39"/>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42" name="Rectangle 26">
            <a:extLst>
              <a:ext uri="{FF2B5EF4-FFF2-40B4-BE49-F238E27FC236}">
                <a16:creationId xmlns:a16="http://schemas.microsoft.com/office/drawing/2014/main" id="{10A17A06-682A-4722-93B3-03636927A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732742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A9A59FF-DFE2-6F2D-19B3-0029074E231B}"/>
              </a:ext>
            </a:extLst>
          </p:cNvPr>
          <p:cNvSpPr>
            <a:spLocks noGrp="1"/>
          </p:cNvSpPr>
          <p:nvPr>
            <p:ph type="title"/>
          </p:nvPr>
        </p:nvSpPr>
        <p:spPr>
          <a:xfrm>
            <a:off x="8040460" y="641987"/>
            <a:ext cx="3690257" cy="1450757"/>
          </a:xfrm>
        </p:spPr>
        <p:txBody>
          <a:bodyPr>
            <a:normAutofit/>
          </a:bodyPr>
          <a:lstStyle/>
          <a:p>
            <a:r>
              <a:rPr lang="es-ES" sz="4000" dirty="0" err="1">
                <a:solidFill>
                  <a:srgbClr val="0070C0"/>
                </a:solidFill>
              </a:rPr>
              <a:t>Trips</a:t>
            </a:r>
            <a:r>
              <a:rPr lang="es-ES" sz="4000" dirty="0">
                <a:solidFill>
                  <a:srgbClr val="0070C0"/>
                </a:solidFill>
              </a:rPr>
              <a:t> </a:t>
            </a:r>
            <a:r>
              <a:rPr lang="es-ES" sz="4000" dirty="0" err="1">
                <a:solidFill>
                  <a:srgbClr val="0070C0"/>
                </a:solidFill>
              </a:rPr>
              <a:t>by</a:t>
            </a:r>
            <a:r>
              <a:rPr lang="es-ES" sz="4000" dirty="0">
                <a:solidFill>
                  <a:srgbClr val="0070C0"/>
                </a:solidFill>
              </a:rPr>
              <a:t> </a:t>
            </a:r>
            <a:r>
              <a:rPr lang="es-ES" sz="4000" dirty="0" err="1">
                <a:solidFill>
                  <a:srgbClr val="0070C0"/>
                </a:solidFill>
              </a:rPr>
              <a:t>Hours</a:t>
            </a:r>
            <a:endParaRPr lang="es-ES" sz="4000" dirty="0">
              <a:solidFill>
                <a:srgbClr val="0070C0"/>
              </a:solidFill>
            </a:endParaRPr>
          </a:p>
        </p:txBody>
      </p:sp>
      <p:pic>
        <p:nvPicPr>
          <p:cNvPr id="4" name="Marcador de contenido 3">
            <a:extLst>
              <a:ext uri="{FF2B5EF4-FFF2-40B4-BE49-F238E27FC236}">
                <a16:creationId xmlns:a16="http://schemas.microsoft.com/office/drawing/2014/main" id="{900548F2-5214-F9F4-4ACF-4B0CD905D3A3}"/>
              </a:ext>
            </a:extLst>
          </p:cNvPr>
          <p:cNvPicPr>
            <a:picLocks noChangeAspect="1"/>
          </p:cNvPicPr>
          <p:nvPr/>
        </p:nvPicPr>
        <p:blipFill>
          <a:blip r:embed="rId2"/>
          <a:srcRect l="17437" r="2600" b="-1"/>
          <a:stretch>
            <a:fillRect/>
          </a:stretch>
        </p:blipFill>
        <p:spPr>
          <a:xfrm>
            <a:off x="633999" y="640081"/>
            <a:ext cx="7500896" cy="5314406"/>
          </a:xfrm>
          <a:prstGeom prst="rect">
            <a:avLst/>
          </a:prstGeom>
        </p:spPr>
      </p:pic>
      <p:cxnSp>
        <p:nvCxnSpPr>
          <p:cNvPr id="22" name="Straight Connector 21">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5868C9C9-23FE-D9FC-B3DB-C63A10C229FE}"/>
              </a:ext>
            </a:extLst>
          </p:cNvPr>
          <p:cNvSpPr>
            <a:spLocks noGrp="1"/>
          </p:cNvSpPr>
          <p:nvPr>
            <p:ph idx="1"/>
          </p:nvPr>
        </p:nvSpPr>
        <p:spPr>
          <a:xfrm>
            <a:off x="8134895" y="2206936"/>
            <a:ext cx="3690257" cy="3670180"/>
          </a:xfrm>
        </p:spPr>
        <p:txBody>
          <a:bodyPr>
            <a:normAutofit/>
          </a:bodyPr>
          <a:lstStyle/>
          <a:p>
            <a:pPr>
              <a:buFont typeface="Wingdings" panose="05000000000000000000" pitchFamily="2" charset="2"/>
              <a:buChar char="Ø"/>
            </a:pPr>
            <a:r>
              <a:rPr lang="es-ES" sz="1400" dirty="0" err="1"/>
              <a:t>Bike</a:t>
            </a:r>
            <a:r>
              <a:rPr lang="es-ES" sz="1400" dirty="0"/>
              <a:t> </a:t>
            </a:r>
            <a:r>
              <a:rPr lang="es-ES" sz="1400" dirty="0" err="1"/>
              <a:t>usage</a:t>
            </a:r>
            <a:r>
              <a:rPr lang="es-ES" sz="1400" dirty="0"/>
              <a:t> </a:t>
            </a:r>
            <a:r>
              <a:rPr lang="es-ES" sz="1400" dirty="0" err="1"/>
              <a:t>peaks</a:t>
            </a:r>
            <a:r>
              <a:rPr lang="es-ES" sz="1400" dirty="0"/>
              <a:t> </a:t>
            </a:r>
            <a:r>
              <a:rPr lang="es-ES" sz="1400" dirty="0" err="1"/>
              <a:t>between</a:t>
            </a:r>
            <a:r>
              <a:rPr lang="es-ES" sz="1400" dirty="0"/>
              <a:t> 7:00–9:00 AM and 3:00–7:00 PM, </a:t>
            </a:r>
            <a:r>
              <a:rPr lang="es-ES" sz="1400" dirty="0" err="1"/>
              <a:t>suggesting</a:t>
            </a:r>
            <a:r>
              <a:rPr lang="es-ES" sz="1400" dirty="0"/>
              <a:t> </a:t>
            </a:r>
            <a:r>
              <a:rPr lang="es-ES" sz="1400" dirty="0" err="1"/>
              <a:t>that</a:t>
            </a:r>
            <a:r>
              <a:rPr lang="es-ES" sz="1400" dirty="0"/>
              <a:t> </a:t>
            </a:r>
            <a:r>
              <a:rPr lang="es-ES" sz="1400" dirty="0" err="1"/>
              <a:t>many</a:t>
            </a:r>
            <a:r>
              <a:rPr lang="es-ES" sz="1400" dirty="0"/>
              <a:t> </a:t>
            </a:r>
            <a:r>
              <a:rPr lang="es-ES" sz="1400" dirty="0" err="1"/>
              <a:t>users</a:t>
            </a:r>
            <a:r>
              <a:rPr lang="es-ES" sz="1400" dirty="0"/>
              <a:t> </a:t>
            </a:r>
            <a:r>
              <a:rPr lang="es-ES" sz="1400" dirty="0" err="1"/>
              <a:t>rely</a:t>
            </a:r>
            <a:r>
              <a:rPr lang="es-ES" sz="1400" dirty="0"/>
              <a:t> </a:t>
            </a:r>
            <a:r>
              <a:rPr lang="es-ES" sz="1400" dirty="0" err="1"/>
              <a:t>on</a:t>
            </a:r>
            <a:r>
              <a:rPr lang="es-ES" sz="1400" dirty="0"/>
              <a:t> </a:t>
            </a:r>
            <a:r>
              <a:rPr lang="es-ES" sz="1400" dirty="0" err="1"/>
              <a:t>the</a:t>
            </a:r>
            <a:r>
              <a:rPr lang="es-ES" sz="1400" dirty="0"/>
              <a:t> </a:t>
            </a:r>
            <a:r>
              <a:rPr lang="es-ES" sz="1400" dirty="0" err="1"/>
              <a:t>service</a:t>
            </a:r>
            <a:r>
              <a:rPr lang="es-ES" sz="1400" dirty="0"/>
              <a:t> </a:t>
            </a:r>
            <a:r>
              <a:rPr lang="es-ES" sz="1400" dirty="0" err="1"/>
              <a:t>for</a:t>
            </a:r>
            <a:r>
              <a:rPr lang="es-ES" sz="1400" dirty="0"/>
              <a:t> </a:t>
            </a:r>
            <a:r>
              <a:rPr lang="es-ES" sz="1400" dirty="0" err="1"/>
              <a:t>daily</a:t>
            </a:r>
            <a:r>
              <a:rPr lang="es-ES" sz="1400" dirty="0"/>
              <a:t> </a:t>
            </a:r>
            <a:r>
              <a:rPr lang="es-ES" sz="1400" dirty="0" err="1"/>
              <a:t>commuting</a:t>
            </a:r>
            <a:r>
              <a:rPr lang="es-ES" sz="1400" dirty="0"/>
              <a:t> and </a:t>
            </a:r>
            <a:r>
              <a:rPr lang="es-ES" sz="1400" dirty="0" err="1"/>
              <a:t>creating</a:t>
            </a:r>
            <a:r>
              <a:rPr lang="es-ES" sz="1400" dirty="0"/>
              <a:t> </a:t>
            </a:r>
            <a:r>
              <a:rPr lang="es-ES" sz="1400" dirty="0" err="1"/>
              <a:t>opportunities</a:t>
            </a:r>
            <a:r>
              <a:rPr lang="es-ES" sz="1400" dirty="0"/>
              <a:t> </a:t>
            </a:r>
            <a:r>
              <a:rPr lang="es-ES" sz="1400" dirty="0" err="1"/>
              <a:t>to</a:t>
            </a:r>
            <a:r>
              <a:rPr lang="es-ES" sz="1400" dirty="0"/>
              <a:t> </a:t>
            </a:r>
            <a:r>
              <a:rPr lang="es-ES" sz="1400" dirty="0" err="1"/>
              <a:t>optimize</a:t>
            </a:r>
            <a:r>
              <a:rPr lang="es-ES" sz="1400" dirty="0"/>
              <a:t> </a:t>
            </a:r>
            <a:r>
              <a:rPr lang="es-ES" sz="1400" dirty="0" err="1"/>
              <a:t>operations</a:t>
            </a:r>
            <a:r>
              <a:rPr lang="es-ES" sz="1400" dirty="0"/>
              <a:t> and </a:t>
            </a:r>
            <a:r>
              <a:rPr lang="es-ES" sz="1400" dirty="0" err="1"/>
              <a:t>targeted</a:t>
            </a:r>
            <a:r>
              <a:rPr lang="es-ES" sz="1400" dirty="0"/>
              <a:t> marketing.</a:t>
            </a:r>
          </a:p>
          <a:p>
            <a:pPr marL="0" indent="0">
              <a:buNone/>
            </a:pPr>
            <a:r>
              <a:rPr lang="es-ES" sz="1400" dirty="0"/>
              <a:t>    </a:t>
            </a:r>
            <a:r>
              <a:rPr lang="es-ES" sz="1400" dirty="0" err="1"/>
              <a:t>Recommendations</a:t>
            </a:r>
            <a:endParaRPr lang="es-ES" sz="1400" dirty="0"/>
          </a:p>
          <a:p>
            <a:pPr>
              <a:buFont typeface="Wingdings" panose="05000000000000000000" pitchFamily="2" charset="2"/>
              <a:buChar char="Ø"/>
            </a:pPr>
            <a:r>
              <a:rPr lang="es-ES" sz="1400" dirty="0" err="1"/>
              <a:t>Launch</a:t>
            </a:r>
            <a:r>
              <a:rPr lang="es-ES" sz="1400" dirty="0"/>
              <a:t> </a:t>
            </a:r>
            <a:r>
              <a:rPr lang="es-ES" sz="1400" dirty="0" err="1"/>
              <a:t>membership</a:t>
            </a:r>
            <a:r>
              <a:rPr lang="es-ES" sz="1400" dirty="0"/>
              <a:t> </a:t>
            </a:r>
            <a:r>
              <a:rPr lang="es-ES" sz="1400" dirty="0" err="1"/>
              <a:t>campaigns</a:t>
            </a:r>
            <a:r>
              <a:rPr lang="es-ES" sz="1400" dirty="0"/>
              <a:t> targeting </a:t>
            </a:r>
            <a:r>
              <a:rPr lang="es-ES" sz="1400" dirty="0" err="1"/>
              <a:t>users</a:t>
            </a:r>
            <a:r>
              <a:rPr lang="es-ES" sz="1400" dirty="0"/>
              <a:t> </a:t>
            </a:r>
            <a:r>
              <a:rPr lang="es-ES" sz="1400" dirty="0" err="1"/>
              <a:t>during</a:t>
            </a:r>
            <a:r>
              <a:rPr lang="es-ES" sz="1400" dirty="0"/>
              <a:t> </a:t>
            </a:r>
            <a:r>
              <a:rPr lang="es-ES" sz="1400" dirty="0" err="1"/>
              <a:t>peak</a:t>
            </a:r>
            <a:r>
              <a:rPr lang="es-ES" sz="1400" dirty="0"/>
              <a:t> </a:t>
            </a:r>
            <a:r>
              <a:rPr lang="es-ES" sz="1400" dirty="0" err="1"/>
              <a:t>commuting</a:t>
            </a:r>
            <a:r>
              <a:rPr lang="es-ES" sz="1400" dirty="0"/>
              <a:t> </a:t>
            </a:r>
            <a:r>
              <a:rPr lang="es-ES" sz="1400" dirty="0" err="1"/>
              <a:t>hours</a:t>
            </a:r>
            <a:r>
              <a:rPr lang="es-ES" sz="1400" dirty="0"/>
              <a:t>. </a:t>
            </a:r>
          </a:p>
          <a:p>
            <a:pPr>
              <a:buFont typeface="Wingdings" panose="05000000000000000000" pitchFamily="2" charset="2"/>
              <a:buChar char="Ø"/>
            </a:pPr>
            <a:r>
              <a:rPr lang="es-ES" sz="1400" dirty="0" err="1"/>
              <a:t>Ensure</a:t>
            </a:r>
            <a:r>
              <a:rPr lang="es-ES" sz="1400" dirty="0"/>
              <a:t> </a:t>
            </a:r>
            <a:r>
              <a:rPr lang="es-ES" sz="1400" dirty="0" err="1"/>
              <a:t>sufficient</a:t>
            </a:r>
            <a:r>
              <a:rPr lang="es-ES" sz="1400" dirty="0"/>
              <a:t> </a:t>
            </a:r>
            <a:r>
              <a:rPr lang="es-ES" sz="1400" dirty="0" err="1"/>
              <a:t>bike</a:t>
            </a:r>
            <a:r>
              <a:rPr lang="es-ES" sz="1400" dirty="0"/>
              <a:t> </a:t>
            </a:r>
            <a:r>
              <a:rPr lang="es-ES" sz="1400" dirty="0" err="1"/>
              <a:t>availability</a:t>
            </a:r>
            <a:r>
              <a:rPr lang="es-ES" sz="1400" dirty="0"/>
              <a:t> </a:t>
            </a:r>
            <a:r>
              <a:rPr lang="es-ES" sz="1400" dirty="0" err="1"/>
              <a:t>during</a:t>
            </a:r>
            <a:r>
              <a:rPr lang="es-ES" sz="1400" dirty="0"/>
              <a:t> </a:t>
            </a:r>
            <a:r>
              <a:rPr lang="es-ES" sz="1400" dirty="0" err="1"/>
              <a:t>peak</a:t>
            </a:r>
            <a:r>
              <a:rPr lang="es-ES" sz="1400" dirty="0"/>
              <a:t> </a:t>
            </a:r>
            <a:r>
              <a:rPr lang="es-ES" sz="1400" dirty="0" err="1"/>
              <a:t>demand</a:t>
            </a:r>
            <a:r>
              <a:rPr lang="es-ES" sz="1400" dirty="0"/>
              <a:t> </a:t>
            </a:r>
            <a:r>
              <a:rPr lang="es-ES" sz="1400" dirty="0" err="1"/>
              <a:t>periods</a:t>
            </a:r>
            <a:r>
              <a:rPr lang="es-ES" sz="1400" dirty="0"/>
              <a:t>. </a:t>
            </a:r>
          </a:p>
          <a:p>
            <a:pPr>
              <a:buFont typeface="Wingdings" panose="05000000000000000000" pitchFamily="2" charset="2"/>
              <a:buChar char="Ø"/>
            </a:pPr>
            <a:r>
              <a:rPr lang="es-ES" sz="1400" dirty="0" err="1"/>
              <a:t>Analyze</a:t>
            </a:r>
            <a:r>
              <a:rPr lang="es-ES" sz="1400" dirty="0"/>
              <a:t> </a:t>
            </a:r>
            <a:r>
              <a:rPr lang="es-ES" sz="1400" dirty="0" err="1"/>
              <a:t>the</a:t>
            </a:r>
            <a:r>
              <a:rPr lang="es-ES" sz="1400" dirty="0"/>
              <a:t> </a:t>
            </a:r>
            <a:r>
              <a:rPr lang="es-ES" sz="1400" dirty="0" err="1"/>
              <a:t>relationship</a:t>
            </a:r>
            <a:r>
              <a:rPr lang="es-ES" sz="1400" dirty="0"/>
              <a:t> </a:t>
            </a:r>
            <a:r>
              <a:rPr lang="es-ES" sz="1400" dirty="0" err="1"/>
              <a:t>between</a:t>
            </a:r>
            <a:r>
              <a:rPr lang="es-ES" sz="1400" dirty="0"/>
              <a:t> </a:t>
            </a:r>
            <a:r>
              <a:rPr lang="es-ES" sz="1400" dirty="0" err="1"/>
              <a:t>bike</a:t>
            </a:r>
            <a:r>
              <a:rPr lang="es-ES" sz="1400" dirty="0"/>
              <a:t> </a:t>
            </a:r>
            <a:r>
              <a:rPr lang="es-ES" sz="1400" dirty="0" err="1"/>
              <a:t>availability</a:t>
            </a:r>
            <a:r>
              <a:rPr lang="es-ES" sz="1400" dirty="0"/>
              <a:t> and </a:t>
            </a:r>
            <a:r>
              <a:rPr lang="es-ES" sz="1400" dirty="0" err="1"/>
              <a:t>trip</a:t>
            </a:r>
            <a:r>
              <a:rPr lang="es-ES" sz="1400" dirty="0"/>
              <a:t> </a:t>
            </a:r>
            <a:r>
              <a:rPr lang="es-ES" sz="1400" dirty="0" err="1"/>
              <a:t>volume</a:t>
            </a:r>
            <a:r>
              <a:rPr lang="es-ES" sz="1400" dirty="0"/>
              <a:t> </a:t>
            </a:r>
            <a:r>
              <a:rPr lang="es-ES" sz="1400" dirty="0" err="1"/>
              <a:t>to</a:t>
            </a:r>
            <a:r>
              <a:rPr lang="es-ES" sz="1400" dirty="0"/>
              <a:t> </a:t>
            </a:r>
            <a:r>
              <a:rPr lang="es-ES" sz="1400" dirty="0" err="1"/>
              <a:t>optimize</a:t>
            </a:r>
            <a:r>
              <a:rPr lang="es-ES" sz="1400" dirty="0"/>
              <a:t> </a:t>
            </a:r>
            <a:r>
              <a:rPr lang="es-ES" sz="1400" dirty="0" err="1"/>
              <a:t>fleet</a:t>
            </a:r>
            <a:r>
              <a:rPr lang="es-ES" sz="1400" dirty="0"/>
              <a:t> </a:t>
            </a:r>
            <a:r>
              <a:rPr lang="es-ES" sz="1400" dirty="0" err="1"/>
              <a:t>distribution</a:t>
            </a:r>
            <a:r>
              <a:rPr lang="es-ES" sz="1400" dirty="0"/>
              <a:t>.</a:t>
            </a:r>
            <a:endParaRPr lang="en-US" sz="1400" dirty="0"/>
          </a:p>
        </p:txBody>
      </p:sp>
      <p:sp>
        <p:nvSpPr>
          <p:cNvPr id="24" name="Rectangle 23">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6" name="Rectangle 25">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96641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19">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9BD5B1D3-D4FF-D5CF-0789-5FEAB4617C7E}"/>
              </a:ext>
            </a:extLst>
          </p:cNvPr>
          <p:cNvSpPr>
            <a:spLocks noGrp="1"/>
          </p:cNvSpPr>
          <p:nvPr>
            <p:ph type="title"/>
          </p:nvPr>
        </p:nvSpPr>
        <p:spPr>
          <a:xfrm>
            <a:off x="8134895" y="641987"/>
            <a:ext cx="3690257" cy="1450757"/>
          </a:xfrm>
        </p:spPr>
        <p:txBody>
          <a:bodyPr>
            <a:normAutofit/>
          </a:bodyPr>
          <a:lstStyle/>
          <a:p>
            <a:r>
              <a:rPr lang="es-ES" sz="4000" dirty="0" err="1">
                <a:solidFill>
                  <a:srgbClr val="0070C0"/>
                </a:solidFill>
              </a:rPr>
              <a:t>Trips</a:t>
            </a:r>
            <a:r>
              <a:rPr lang="es-ES" sz="4000" dirty="0">
                <a:solidFill>
                  <a:srgbClr val="0070C0"/>
                </a:solidFill>
              </a:rPr>
              <a:t> </a:t>
            </a:r>
            <a:r>
              <a:rPr lang="es-ES" sz="4000" dirty="0" err="1">
                <a:solidFill>
                  <a:srgbClr val="0070C0"/>
                </a:solidFill>
              </a:rPr>
              <a:t>by</a:t>
            </a:r>
            <a:r>
              <a:rPr lang="es-ES" sz="4000" dirty="0">
                <a:solidFill>
                  <a:srgbClr val="0070C0"/>
                </a:solidFill>
              </a:rPr>
              <a:t> </a:t>
            </a:r>
            <a:r>
              <a:rPr lang="es-ES" sz="4000" dirty="0" err="1">
                <a:solidFill>
                  <a:srgbClr val="0070C0"/>
                </a:solidFill>
              </a:rPr>
              <a:t>Bike</a:t>
            </a:r>
            <a:r>
              <a:rPr lang="es-ES" sz="4000" dirty="0">
                <a:solidFill>
                  <a:srgbClr val="0070C0"/>
                </a:solidFill>
              </a:rPr>
              <a:t> </a:t>
            </a:r>
            <a:r>
              <a:rPr lang="es-ES" sz="4000" dirty="0" err="1">
                <a:solidFill>
                  <a:srgbClr val="0070C0"/>
                </a:solidFill>
              </a:rPr>
              <a:t>Type</a:t>
            </a:r>
            <a:endParaRPr lang="es-ES" sz="4000" dirty="0">
              <a:solidFill>
                <a:srgbClr val="0070C0"/>
              </a:solidFill>
            </a:endParaRPr>
          </a:p>
        </p:txBody>
      </p:sp>
      <p:pic>
        <p:nvPicPr>
          <p:cNvPr id="4" name="Marcador de contenido 3">
            <a:extLst>
              <a:ext uri="{FF2B5EF4-FFF2-40B4-BE49-F238E27FC236}">
                <a16:creationId xmlns:a16="http://schemas.microsoft.com/office/drawing/2014/main" id="{A378F40B-4E0C-9036-1623-2E4B6741CCED}"/>
              </a:ext>
            </a:extLst>
          </p:cNvPr>
          <p:cNvPicPr>
            <a:picLocks noChangeAspect="1"/>
          </p:cNvPicPr>
          <p:nvPr/>
        </p:nvPicPr>
        <p:blipFill>
          <a:blip r:embed="rId2"/>
          <a:srcRect l="12677" r="6062" b="2"/>
          <a:stretch>
            <a:fillRect/>
          </a:stretch>
        </p:blipFill>
        <p:spPr>
          <a:xfrm>
            <a:off x="633998" y="640081"/>
            <a:ext cx="7388568" cy="5314406"/>
          </a:xfrm>
          <a:prstGeom prst="rect">
            <a:avLst/>
          </a:prstGeom>
        </p:spPr>
      </p:pic>
      <p:cxnSp>
        <p:nvCxnSpPr>
          <p:cNvPr id="29" name="Straight Connector 21">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2E2B377A-864B-A12F-5ED8-371FF9C2C472}"/>
              </a:ext>
            </a:extLst>
          </p:cNvPr>
          <p:cNvSpPr>
            <a:spLocks noGrp="1"/>
          </p:cNvSpPr>
          <p:nvPr>
            <p:ph idx="1"/>
          </p:nvPr>
        </p:nvSpPr>
        <p:spPr>
          <a:xfrm>
            <a:off x="8134894" y="2206936"/>
            <a:ext cx="3690257" cy="3670180"/>
          </a:xfrm>
        </p:spPr>
        <p:txBody>
          <a:bodyPr>
            <a:normAutofit/>
          </a:bodyPr>
          <a:lstStyle/>
          <a:p>
            <a:pPr>
              <a:buFont typeface="Wingdings" panose="05000000000000000000" pitchFamily="2" charset="2"/>
              <a:buChar char="Ø"/>
            </a:pPr>
            <a:r>
              <a:rPr lang="es-ES" sz="1300" dirty="0"/>
              <a:t>Both casual </a:t>
            </a:r>
            <a:r>
              <a:rPr lang="es-ES" sz="1300" dirty="0" err="1"/>
              <a:t>riders</a:t>
            </a:r>
            <a:r>
              <a:rPr lang="es-ES" sz="1300" dirty="0"/>
              <a:t> and </a:t>
            </a:r>
            <a:r>
              <a:rPr lang="es-ES" sz="1300" dirty="0" err="1"/>
              <a:t>annual</a:t>
            </a:r>
            <a:r>
              <a:rPr lang="es-ES" sz="1300" dirty="0"/>
              <a:t> </a:t>
            </a:r>
            <a:r>
              <a:rPr lang="es-ES" sz="1300" dirty="0" err="1"/>
              <a:t>members</a:t>
            </a:r>
            <a:r>
              <a:rPr lang="es-ES" sz="1300" dirty="0"/>
              <a:t> show a </a:t>
            </a:r>
            <a:r>
              <a:rPr lang="es-ES" sz="1300" dirty="0" err="1"/>
              <a:t>clear</a:t>
            </a:r>
            <a:r>
              <a:rPr lang="es-ES" sz="1300" dirty="0"/>
              <a:t> </a:t>
            </a:r>
            <a:r>
              <a:rPr lang="es-ES" sz="1300" dirty="0" err="1"/>
              <a:t>preference</a:t>
            </a:r>
            <a:r>
              <a:rPr lang="es-ES" sz="1300" dirty="0"/>
              <a:t> </a:t>
            </a:r>
            <a:r>
              <a:rPr lang="es-ES" sz="1300" dirty="0" err="1"/>
              <a:t>for</a:t>
            </a:r>
            <a:r>
              <a:rPr lang="es-ES" sz="1300" dirty="0"/>
              <a:t> </a:t>
            </a:r>
            <a:r>
              <a:rPr lang="es-ES" sz="1300" dirty="0" err="1"/>
              <a:t>electric</a:t>
            </a:r>
            <a:r>
              <a:rPr lang="es-ES" sz="1300" dirty="0"/>
              <a:t> </a:t>
            </a:r>
            <a:r>
              <a:rPr lang="es-ES" sz="1300" dirty="0" err="1"/>
              <a:t>bikes</a:t>
            </a:r>
            <a:r>
              <a:rPr lang="es-ES" sz="1300" dirty="0"/>
              <a:t>, </a:t>
            </a:r>
            <a:r>
              <a:rPr lang="es-ES" sz="1300" dirty="0" err="1"/>
              <a:t>highlighting</a:t>
            </a:r>
            <a:r>
              <a:rPr lang="es-ES" sz="1300" dirty="0"/>
              <a:t> </a:t>
            </a:r>
            <a:r>
              <a:rPr lang="es-ES" sz="1300" dirty="0" err="1"/>
              <a:t>their</a:t>
            </a:r>
            <a:r>
              <a:rPr lang="es-ES" sz="1300" dirty="0"/>
              <a:t> </a:t>
            </a:r>
            <a:r>
              <a:rPr lang="es-ES" sz="1300" dirty="0" err="1"/>
              <a:t>importance</a:t>
            </a:r>
            <a:r>
              <a:rPr lang="es-ES" sz="1300" dirty="0"/>
              <a:t> </a:t>
            </a:r>
            <a:r>
              <a:rPr lang="es-ES" sz="1300" dirty="0" err="1"/>
              <a:t>to</a:t>
            </a:r>
            <a:r>
              <a:rPr lang="es-ES" sz="1300" dirty="0"/>
              <a:t> </a:t>
            </a:r>
            <a:r>
              <a:rPr lang="es-ES" sz="1300" dirty="0" err="1"/>
              <a:t>the</a:t>
            </a:r>
            <a:r>
              <a:rPr lang="es-ES" sz="1300" dirty="0"/>
              <a:t> </a:t>
            </a:r>
            <a:r>
              <a:rPr lang="es-ES" sz="1300" dirty="0" err="1"/>
              <a:t>user</a:t>
            </a:r>
            <a:r>
              <a:rPr lang="es-ES" sz="1300" dirty="0"/>
              <a:t> </a:t>
            </a:r>
            <a:r>
              <a:rPr lang="es-ES" sz="1300" dirty="0" err="1"/>
              <a:t>experience</a:t>
            </a:r>
            <a:r>
              <a:rPr lang="es-ES" sz="1300" dirty="0"/>
              <a:t> and </a:t>
            </a:r>
            <a:r>
              <a:rPr lang="es-ES" sz="1300" dirty="0" err="1"/>
              <a:t>the</a:t>
            </a:r>
            <a:r>
              <a:rPr lang="es-ES" sz="1300" dirty="0"/>
              <a:t> </a:t>
            </a:r>
            <a:r>
              <a:rPr lang="es-ES" sz="1300" dirty="0" err="1"/>
              <a:t>need</a:t>
            </a:r>
            <a:r>
              <a:rPr lang="es-ES" sz="1300" dirty="0"/>
              <a:t> </a:t>
            </a:r>
            <a:r>
              <a:rPr lang="es-ES" sz="1300" dirty="0" err="1"/>
              <a:t>to</a:t>
            </a:r>
            <a:r>
              <a:rPr lang="es-ES" sz="1300" dirty="0"/>
              <a:t> </a:t>
            </a:r>
            <a:r>
              <a:rPr lang="es-ES" sz="1300" dirty="0" err="1"/>
              <a:t>assess</a:t>
            </a:r>
            <a:r>
              <a:rPr lang="es-ES" sz="1300" dirty="0"/>
              <a:t> </a:t>
            </a:r>
            <a:r>
              <a:rPr lang="es-ES" sz="1300" dirty="0" err="1"/>
              <a:t>whether</a:t>
            </a:r>
            <a:r>
              <a:rPr lang="es-ES" sz="1300" dirty="0"/>
              <a:t> </a:t>
            </a:r>
            <a:r>
              <a:rPr lang="es-ES" sz="1300" dirty="0" err="1"/>
              <a:t>the</a:t>
            </a:r>
            <a:r>
              <a:rPr lang="es-ES" sz="1300" dirty="0"/>
              <a:t> </a:t>
            </a:r>
            <a:r>
              <a:rPr lang="es-ES" sz="1300" dirty="0" err="1"/>
              <a:t>current</a:t>
            </a:r>
            <a:r>
              <a:rPr lang="es-ES" sz="1300" dirty="0"/>
              <a:t> </a:t>
            </a:r>
            <a:r>
              <a:rPr lang="es-ES" sz="1300" dirty="0" err="1"/>
              <a:t>fleet</a:t>
            </a:r>
            <a:r>
              <a:rPr lang="es-ES" sz="1300" dirty="0"/>
              <a:t> </a:t>
            </a:r>
            <a:r>
              <a:rPr lang="es-ES" sz="1300" dirty="0" err="1"/>
              <a:t>meets</a:t>
            </a:r>
            <a:r>
              <a:rPr lang="es-ES" sz="1300" dirty="0"/>
              <a:t> </a:t>
            </a:r>
            <a:r>
              <a:rPr lang="es-ES" sz="1300" dirty="0" err="1"/>
              <a:t>demand</a:t>
            </a:r>
            <a:r>
              <a:rPr lang="es-ES" sz="1300" dirty="0"/>
              <a:t>.</a:t>
            </a:r>
          </a:p>
          <a:p>
            <a:pPr marL="0" indent="0">
              <a:buNone/>
            </a:pPr>
            <a:endParaRPr lang="es-ES" sz="1300" dirty="0"/>
          </a:p>
          <a:p>
            <a:r>
              <a:rPr lang="es-ES" sz="1300" b="1" dirty="0" err="1"/>
              <a:t>Recommendations</a:t>
            </a:r>
            <a:endParaRPr lang="es-ES" sz="1300" b="1" dirty="0"/>
          </a:p>
          <a:p>
            <a:endParaRPr lang="es-ES" sz="1300" dirty="0"/>
          </a:p>
          <a:p>
            <a:pPr>
              <a:buFont typeface="Wingdings" panose="05000000000000000000" pitchFamily="2" charset="2"/>
              <a:buChar char="Ø"/>
            </a:pPr>
            <a:r>
              <a:rPr lang="es-ES" sz="1300" dirty="0" err="1"/>
              <a:t>Evaluate</a:t>
            </a:r>
            <a:r>
              <a:rPr lang="es-ES" sz="1300" dirty="0"/>
              <a:t> </a:t>
            </a:r>
            <a:r>
              <a:rPr lang="es-ES" sz="1300" dirty="0" err="1"/>
              <a:t>whether</a:t>
            </a:r>
            <a:r>
              <a:rPr lang="es-ES" sz="1300" dirty="0"/>
              <a:t> </a:t>
            </a:r>
            <a:r>
              <a:rPr lang="es-ES" sz="1300" dirty="0" err="1"/>
              <a:t>the</a:t>
            </a:r>
            <a:r>
              <a:rPr lang="es-ES" sz="1300" dirty="0"/>
              <a:t> </a:t>
            </a:r>
            <a:r>
              <a:rPr lang="es-ES" sz="1300" dirty="0" err="1"/>
              <a:t>current</a:t>
            </a:r>
            <a:r>
              <a:rPr lang="es-ES" sz="1300" dirty="0"/>
              <a:t> </a:t>
            </a:r>
            <a:r>
              <a:rPr lang="es-ES" sz="1300" dirty="0" err="1"/>
              <a:t>electric</a:t>
            </a:r>
            <a:r>
              <a:rPr lang="es-ES" sz="1300" dirty="0"/>
              <a:t> </a:t>
            </a:r>
            <a:r>
              <a:rPr lang="es-ES" sz="1300" dirty="0" err="1"/>
              <a:t>bike</a:t>
            </a:r>
            <a:r>
              <a:rPr lang="es-ES" sz="1300" dirty="0"/>
              <a:t> </a:t>
            </a:r>
            <a:r>
              <a:rPr lang="es-ES" sz="1300" dirty="0" err="1"/>
              <a:t>fleet</a:t>
            </a:r>
            <a:r>
              <a:rPr lang="es-ES" sz="1300" dirty="0"/>
              <a:t> </a:t>
            </a:r>
            <a:r>
              <a:rPr lang="es-ES" sz="1300" dirty="0" err="1"/>
              <a:t>is</a:t>
            </a:r>
            <a:r>
              <a:rPr lang="es-ES" sz="1300" dirty="0"/>
              <a:t> </a:t>
            </a:r>
            <a:r>
              <a:rPr lang="es-ES" sz="1300" dirty="0" err="1"/>
              <a:t>sufficient</a:t>
            </a:r>
            <a:r>
              <a:rPr lang="es-ES" sz="1300" dirty="0"/>
              <a:t> </a:t>
            </a:r>
            <a:r>
              <a:rPr lang="es-ES" sz="1300" dirty="0" err="1"/>
              <a:t>to</a:t>
            </a:r>
            <a:r>
              <a:rPr lang="es-ES" sz="1300" dirty="0"/>
              <a:t> </a:t>
            </a:r>
            <a:r>
              <a:rPr lang="es-ES" sz="1300" dirty="0" err="1"/>
              <a:t>meet</a:t>
            </a:r>
            <a:r>
              <a:rPr lang="es-ES" sz="1300" dirty="0"/>
              <a:t> </a:t>
            </a:r>
            <a:r>
              <a:rPr lang="es-ES" sz="1300" dirty="0" err="1"/>
              <a:t>demand</a:t>
            </a:r>
            <a:r>
              <a:rPr lang="es-ES" sz="1300" dirty="0"/>
              <a:t>. </a:t>
            </a:r>
          </a:p>
          <a:p>
            <a:pPr>
              <a:buFont typeface="Wingdings" panose="05000000000000000000" pitchFamily="2" charset="2"/>
              <a:buChar char="Ø"/>
            </a:pPr>
            <a:r>
              <a:rPr lang="es-ES" sz="1300" dirty="0" err="1"/>
              <a:t>Promote</a:t>
            </a:r>
            <a:r>
              <a:rPr lang="es-ES" sz="1300" dirty="0"/>
              <a:t> </a:t>
            </a:r>
            <a:r>
              <a:rPr lang="es-ES" sz="1300" dirty="0" err="1"/>
              <a:t>classic</a:t>
            </a:r>
            <a:r>
              <a:rPr lang="es-ES" sz="1300" dirty="0"/>
              <a:t> </a:t>
            </a:r>
            <a:r>
              <a:rPr lang="es-ES" sz="1300" dirty="0" err="1"/>
              <a:t>bikes</a:t>
            </a:r>
            <a:r>
              <a:rPr lang="es-ES" sz="1300" dirty="0"/>
              <a:t> </a:t>
            </a:r>
            <a:r>
              <a:rPr lang="es-ES" sz="1300" dirty="0" err="1"/>
              <a:t>if</a:t>
            </a:r>
            <a:r>
              <a:rPr lang="es-ES" sz="1300" dirty="0"/>
              <a:t> </a:t>
            </a:r>
            <a:r>
              <a:rPr lang="es-ES" sz="1300" dirty="0" err="1"/>
              <a:t>expanding</a:t>
            </a:r>
            <a:r>
              <a:rPr lang="es-ES" sz="1300" dirty="0"/>
              <a:t> </a:t>
            </a:r>
            <a:r>
              <a:rPr lang="es-ES" sz="1300" dirty="0" err="1"/>
              <a:t>the</a:t>
            </a:r>
            <a:r>
              <a:rPr lang="es-ES" sz="1300" dirty="0"/>
              <a:t> </a:t>
            </a:r>
            <a:r>
              <a:rPr lang="es-ES" sz="1300" dirty="0" err="1"/>
              <a:t>electric</a:t>
            </a:r>
            <a:r>
              <a:rPr lang="es-ES" sz="1300" dirty="0"/>
              <a:t> </a:t>
            </a:r>
            <a:r>
              <a:rPr lang="es-ES" sz="1300" dirty="0" err="1"/>
              <a:t>fleet</a:t>
            </a:r>
            <a:r>
              <a:rPr lang="es-ES" sz="1300" dirty="0"/>
              <a:t> </a:t>
            </a:r>
            <a:r>
              <a:rPr lang="es-ES" sz="1300" dirty="0" err="1"/>
              <a:t>is</a:t>
            </a:r>
            <a:r>
              <a:rPr lang="es-ES" sz="1300" dirty="0"/>
              <a:t> </a:t>
            </a:r>
            <a:r>
              <a:rPr lang="es-ES" sz="1300" dirty="0" err="1"/>
              <a:t>not</a:t>
            </a:r>
            <a:r>
              <a:rPr lang="es-ES" sz="1300" dirty="0"/>
              <a:t> </a:t>
            </a:r>
            <a:r>
              <a:rPr lang="es-ES" sz="1300" dirty="0" err="1"/>
              <a:t>feasible</a:t>
            </a:r>
            <a:r>
              <a:rPr lang="es-ES" sz="1300" dirty="0"/>
              <a:t>.</a:t>
            </a:r>
          </a:p>
          <a:p>
            <a:pPr>
              <a:buFont typeface="Wingdings" panose="05000000000000000000" pitchFamily="2" charset="2"/>
              <a:buChar char="Ø"/>
            </a:pPr>
            <a:r>
              <a:rPr lang="es-ES" sz="1300" dirty="0" err="1"/>
              <a:t>Assess</a:t>
            </a:r>
            <a:r>
              <a:rPr lang="es-ES" sz="1300" dirty="0"/>
              <a:t> </a:t>
            </a:r>
            <a:r>
              <a:rPr lang="es-ES" sz="1300" dirty="0" err="1"/>
              <a:t>the</a:t>
            </a:r>
            <a:r>
              <a:rPr lang="es-ES" sz="1300" dirty="0"/>
              <a:t> </a:t>
            </a:r>
            <a:r>
              <a:rPr lang="es-ES" sz="1300" dirty="0" err="1"/>
              <a:t>operational</a:t>
            </a:r>
            <a:r>
              <a:rPr lang="es-ES" sz="1300" dirty="0"/>
              <a:t> </a:t>
            </a:r>
            <a:r>
              <a:rPr lang="es-ES" sz="1300" dirty="0" err="1"/>
              <a:t>impact</a:t>
            </a:r>
            <a:r>
              <a:rPr lang="es-ES" sz="1300" dirty="0"/>
              <a:t> </a:t>
            </a:r>
            <a:r>
              <a:rPr lang="es-ES" sz="1300" dirty="0" err="1"/>
              <a:t>of</a:t>
            </a:r>
            <a:r>
              <a:rPr lang="es-ES" sz="1300" dirty="0"/>
              <a:t> </a:t>
            </a:r>
            <a:r>
              <a:rPr lang="es-ES" sz="1300" dirty="0" err="1"/>
              <a:t>any</a:t>
            </a:r>
            <a:r>
              <a:rPr lang="es-ES" sz="1300" dirty="0"/>
              <a:t> </a:t>
            </a:r>
            <a:r>
              <a:rPr lang="es-ES" sz="1300" dirty="0" err="1"/>
              <a:t>fleet</a:t>
            </a:r>
            <a:r>
              <a:rPr lang="es-ES" sz="1300" dirty="0"/>
              <a:t> </a:t>
            </a:r>
            <a:r>
              <a:rPr lang="es-ES" sz="1300" dirty="0" err="1"/>
              <a:t>expansion</a:t>
            </a:r>
            <a:r>
              <a:rPr lang="es-ES" sz="1300" dirty="0"/>
              <a:t> </a:t>
            </a:r>
            <a:r>
              <a:rPr lang="es-ES" sz="1300" dirty="0" err="1"/>
              <a:t>or</a:t>
            </a:r>
            <a:r>
              <a:rPr lang="es-ES" sz="1300" dirty="0"/>
              <a:t> </a:t>
            </a:r>
            <a:r>
              <a:rPr lang="es-ES" sz="1300" dirty="0" err="1"/>
              <a:t>redistribution</a:t>
            </a:r>
            <a:r>
              <a:rPr lang="es-ES" sz="1300" dirty="0"/>
              <a:t>.</a:t>
            </a:r>
          </a:p>
          <a:p>
            <a:endParaRPr lang="en-US" sz="1300" dirty="0"/>
          </a:p>
        </p:txBody>
      </p:sp>
      <p:sp>
        <p:nvSpPr>
          <p:cNvPr id="30" name="Rectangle 23">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1" name="Rectangle 25">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1118707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19">
            <a:extLst>
              <a:ext uri="{FF2B5EF4-FFF2-40B4-BE49-F238E27FC236}">
                <a16:creationId xmlns:a16="http://schemas.microsoft.com/office/drawing/2014/main" id="{873ECEC8-0F24-45B8-950F-35FC94BCEA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3343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7F56364B-9F00-8871-4E78-B39D3FA31007}"/>
              </a:ext>
            </a:extLst>
          </p:cNvPr>
          <p:cNvSpPr>
            <a:spLocks noGrp="1"/>
          </p:cNvSpPr>
          <p:nvPr>
            <p:ph type="title"/>
          </p:nvPr>
        </p:nvSpPr>
        <p:spPr>
          <a:xfrm>
            <a:off x="8134895" y="640081"/>
            <a:ext cx="3690257" cy="1450757"/>
          </a:xfrm>
        </p:spPr>
        <p:txBody>
          <a:bodyPr>
            <a:normAutofit/>
          </a:bodyPr>
          <a:lstStyle/>
          <a:p>
            <a:r>
              <a:rPr lang="es-ES" sz="4000" dirty="0">
                <a:solidFill>
                  <a:srgbClr val="0070C0"/>
                </a:solidFill>
              </a:rPr>
              <a:t>Top 10 Most Used Station</a:t>
            </a:r>
          </a:p>
        </p:txBody>
      </p:sp>
      <p:pic>
        <p:nvPicPr>
          <p:cNvPr id="4" name="Marcador de contenido 3">
            <a:extLst>
              <a:ext uri="{FF2B5EF4-FFF2-40B4-BE49-F238E27FC236}">
                <a16:creationId xmlns:a16="http://schemas.microsoft.com/office/drawing/2014/main" id="{0D2B3A45-DC99-BDFB-98B0-AC6C69171E35}"/>
              </a:ext>
            </a:extLst>
          </p:cNvPr>
          <p:cNvPicPr>
            <a:picLocks noChangeAspect="1"/>
          </p:cNvPicPr>
          <p:nvPr/>
        </p:nvPicPr>
        <p:blipFill>
          <a:blip r:embed="rId2"/>
          <a:srcRect l="1372" r="30043" b="1"/>
          <a:stretch>
            <a:fillRect/>
          </a:stretch>
        </p:blipFill>
        <p:spPr>
          <a:xfrm>
            <a:off x="323944" y="640081"/>
            <a:ext cx="7810951" cy="5314406"/>
          </a:xfrm>
          <a:prstGeom prst="rect">
            <a:avLst/>
          </a:prstGeom>
        </p:spPr>
      </p:pic>
      <p:cxnSp>
        <p:nvCxnSpPr>
          <p:cNvPr id="34" name="Straight Connector 21">
            <a:extLst>
              <a:ext uri="{FF2B5EF4-FFF2-40B4-BE49-F238E27FC236}">
                <a16:creationId xmlns:a16="http://schemas.microsoft.com/office/drawing/2014/main" id="{89EB8C68-FF1B-4849-867B-32D29B19F10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92143" y="2085703"/>
            <a:ext cx="3566160" cy="0"/>
          </a:xfrm>
          <a:prstGeom prst="line">
            <a:avLst/>
          </a:prstGeom>
          <a:ln w="6350">
            <a:solidFill>
              <a:schemeClr val="tx1">
                <a:lumMod val="50000"/>
                <a:lumOff val="50000"/>
                <a:alpha val="90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573AC0A4-4138-D19B-C353-18FFC335A9D6}"/>
              </a:ext>
            </a:extLst>
          </p:cNvPr>
          <p:cNvSpPr>
            <a:spLocks noGrp="1"/>
          </p:cNvSpPr>
          <p:nvPr>
            <p:ph idx="1"/>
          </p:nvPr>
        </p:nvSpPr>
        <p:spPr>
          <a:xfrm>
            <a:off x="8177799" y="2206936"/>
            <a:ext cx="3690257" cy="3670180"/>
          </a:xfrm>
        </p:spPr>
        <p:txBody>
          <a:bodyPr>
            <a:normAutofit/>
          </a:bodyPr>
          <a:lstStyle/>
          <a:p>
            <a:pPr>
              <a:buFont typeface="Wingdings" panose="05000000000000000000" pitchFamily="2" charset="2"/>
              <a:buChar char="Ø"/>
            </a:pPr>
            <a:r>
              <a:rPr lang="es-ES" sz="1400" dirty="0"/>
              <a:t>Canal </a:t>
            </a:r>
            <a:r>
              <a:rPr lang="es-ES" sz="1400" dirty="0" err="1"/>
              <a:t>St</a:t>
            </a:r>
            <a:r>
              <a:rPr lang="es-ES" sz="1400" dirty="0"/>
              <a:t> &amp; Madison </a:t>
            </a:r>
            <a:r>
              <a:rPr lang="es-ES" sz="1400" dirty="0" err="1"/>
              <a:t>St</a:t>
            </a:r>
            <a:r>
              <a:rPr lang="es-ES" sz="1400" dirty="0"/>
              <a:t> </a:t>
            </a:r>
            <a:r>
              <a:rPr lang="es-ES" sz="1400" dirty="0" err="1"/>
              <a:t>is</a:t>
            </a:r>
            <a:r>
              <a:rPr lang="es-ES" sz="1400" dirty="0"/>
              <a:t> </a:t>
            </a:r>
            <a:r>
              <a:rPr lang="es-ES" sz="1400" dirty="0" err="1"/>
              <a:t>the</a:t>
            </a:r>
            <a:r>
              <a:rPr lang="es-ES" sz="1400" dirty="0"/>
              <a:t> </a:t>
            </a:r>
            <a:r>
              <a:rPr lang="es-ES" sz="1400" dirty="0" err="1"/>
              <a:t>most</a:t>
            </a:r>
            <a:r>
              <a:rPr lang="es-ES" sz="1400" dirty="0"/>
              <a:t> </a:t>
            </a:r>
            <a:r>
              <a:rPr lang="es-ES" sz="1400" dirty="0" err="1"/>
              <a:t>frequently</a:t>
            </a:r>
            <a:r>
              <a:rPr lang="es-ES" sz="1400" dirty="0"/>
              <a:t> </a:t>
            </a:r>
            <a:r>
              <a:rPr lang="es-ES" sz="1400" dirty="0" err="1"/>
              <a:t>used</a:t>
            </a:r>
            <a:r>
              <a:rPr lang="es-ES" sz="1400" dirty="0"/>
              <a:t> </a:t>
            </a:r>
            <a:r>
              <a:rPr lang="es-ES" sz="1400" dirty="0" err="1"/>
              <a:t>station</a:t>
            </a:r>
            <a:r>
              <a:rPr lang="es-ES" sz="1400" dirty="0"/>
              <a:t> </a:t>
            </a:r>
            <a:r>
              <a:rPr lang="es-ES" sz="1400" dirty="0" err="1"/>
              <a:t>for</a:t>
            </a:r>
            <a:r>
              <a:rPr lang="es-ES" sz="1400" dirty="0"/>
              <a:t> </a:t>
            </a:r>
            <a:r>
              <a:rPr lang="es-ES" sz="1400" dirty="0" err="1"/>
              <a:t>both</a:t>
            </a:r>
            <a:r>
              <a:rPr lang="es-ES" sz="1400" dirty="0"/>
              <a:t> casual </a:t>
            </a:r>
            <a:r>
              <a:rPr lang="es-ES" sz="1400" dirty="0" err="1"/>
              <a:t>riders</a:t>
            </a:r>
            <a:r>
              <a:rPr lang="es-ES" sz="1400" dirty="0"/>
              <a:t> and </a:t>
            </a:r>
            <a:r>
              <a:rPr lang="es-ES" sz="1400" dirty="0" err="1"/>
              <a:t>annual</a:t>
            </a:r>
            <a:r>
              <a:rPr lang="es-ES" sz="1400" dirty="0"/>
              <a:t> </a:t>
            </a:r>
            <a:r>
              <a:rPr lang="es-ES" sz="1400" dirty="0" err="1"/>
              <a:t>members</a:t>
            </a:r>
            <a:r>
              <a:rPr lang="es-ES" sz="1400" dirty="0"/>
              <a:t>, </a:t>
            </a:r>
            <a:r>
              <a:rPr lang="es-ES" sz="1400" dirty="0" err="1"/>
              <a:t>making</a:t>
            </a:r>
            <a:r>
              <a:rPr lang="es-ES" sz="1400" dirty="0"/>
              <a:t> </a:t>
            </a:r>
            <a:r>
              <a:rPr lang="es-ES" sz="1400" dirty="0" err="1"/>
              <a:t>it</a:t>
            </a:r>
            <a:r>
              <a:rPr lang="es-ES" sz="1400" dirty="0"/>
              <a:t> a </a:t>
            </a:r>
            <a:r>
              <a:rPr lang="es-ES" sz="1400" dirty="0" err="1"/>
              <a:t>key</a:t>
            </a:r>
            <a:r>
              <a:rPr lang="es-ES" sz="1400" dirty="0"/>
              <a:t> </a:t>
            </a:r>
            <a:r>
              <a:rPr lang="es-ES" sz="1400" dirty="0" err="1"/>
              <a:t>location</a:t>
            </a:r>
            <a:r>
              <a:rPr lang="es-ES" sz="1400" dirty="0"/>
              <a:t> </a:t>
            </a:r>
            <a:r>
              <a:rPr lang="es-ES" sz="1400" dirty="0" err="1"/>
              <a:t>that</a:t>
            </a:r>
            <a:r>
              <a:rPr lang="es-ES" sz="1400" dirty="0"/>
              <a:t> </a:t>
            </a:r>
            <a:r>
              <a:rPr lang="es-ES" sz="1400" dirty="0" err="1"/>
              <a:t>requires</a:t>
            </a:r>
            <a:r>
              <a:rPr lang="es-ES" sz="1400" dirty="0"/>
              <a:t> </a:t>
            </a:r>
            <a:r>
              <a:rPr lang="es-ES" sz="1400" dirty="0" err="1"/>
              <a:t>further</a:t>
            </a:r>
            <a:r>
              <a:rPr lang="es-ES" sz="1400" dirty="0"/>
              <a:t> </a:t>
            </a:r>
            <a:r>
              <a:rPr lang="es-ES" sz="1400" dirty="0" err="1"/>
              <a:t>analysis</a:t>
            </a:r>
            <a:r>
              <a:rPr lang="es-ES" sz="1400" dirty="0"/>
              <a:t> </a:t>
            </a:r>
            <a:r>
              <a:rPr lang="es-ES" sz="1400" dirty="0" err="1"/>
              <a:t>to</a:t>
            </a:r>
            <a:r>
              <a:rPr lang="es-ES" sz="1400" dirty="0"/>
              <a:t> </a:t>
            </a:r>
            <a:r>
              <a:rPr lang="es-ES" sz="1400" dirty="0" err="1"/>
              <a:t>understand</a:t>
            </a:r>
            <a:r>
              <a:rPr lang="es-ES" sz="1400" dirty="0"/>
              <a:t> </a:t>
            </a:r>
            <a:r>
              <a:rPr lang="es-ES" sz="1400" dirty="0" err="1"/>
              <a:t>the</a:t>
            </a:r>
            <a:r>
              <a:rPr lang="es-ES" sz="1400" dirty="0"/>
              <a:t> </a:t>
            </a:r>
            <a:r>
              <a:rPr lang="es-ES" sz="1400" dirty="0" err="1"/>
              <a:t>factors</a:t>
            </a:r>
            <a:r>
              <a:rPr lang="es-ES" sz="1400" dirty="0"/>
              <a:t> </a:t>
            </a:r>
            <a:r>
              <a:rPr lang="es-ES" sz="1400" dirty="0" err="1"/>
              <a:t>driving</a:t>
            </a:r>
            <a:r>
              <a:rPr lang="es-ES" sz="1400" dirty="0"/>
              <a:t> </a:t>
            </a:r>
            <a:r>
              <a:rPr lang="es-ES" sz="1400" dirty="0" err="1"/>
              <a:t>its</a:t>
            </a:r>
            <a:r>
              <a:rPr lang="es-ES" sz="1400" dirty="0"/>
              <a:t> </a:t>
            </a:r>
            <a:r>
              <a:rPr lang="es-ES" sz="1400" dirty="0" err="1"/>
              <a:t>high</a:t>
            </a:r>
            <a:r>
              <a:rPr lang="es-ES" sz="1400" dirty="0"/>
              <a:t> </a:t>
            </a:r>
            <a:r>
              <a:rPr lang="es-ES" sz="1400" dirty="0" err="1"/>
              <a:t>demand</a:t>
            </a:r>
            <a:r>
              <a:rPr lang="es-ES" sz="1400" dirty="0"/>
              <a:t>.</a:t>
            </a:r>
          </a:p>
          <a:p>
            <a:pPr>
              <a:buFont typeface="Wingdings" panose="05000000000000000000" pitchFamily="2" charset="2"/>
              <a:buChar char="v"/>
            </a:pPr>
            <a:endParaRPr lang="es-ES" sz="1700" dirty="0"/>
          </a:p>
          <a:p>
            <a:r>
              <a:rPr lang="en-US" sz="1400" b="1" dirty="0"/>
              <a:t>Recommendations</a:t>
            </a:r>
          </a:p>
          <a:p>
            <a:endParaRPr lang="en-US" sz="1700" dirty="0"/>
          </a:p>
          <a:p>
            <a:pPr>
              <a:buFont typeface="Wingdings" panose="05000000000000000000" pitchFamily="2" charset="2"/>
              <a:buChar char="Ø"/>
            </a:pPr>
            <a:r>
              <a:rPr lang="es-ES" sz="1400" dirty="0" err="1"/>
              <a:t>Analyze</a:t>
            </a:r>
            <a:r>
              <a:rPr lang="es-ES" sz="1400" dirty="0"/>
              <a:t> </a:t>
            </a:r>
            <a:r>
              <a:rPr lang="es-ES" sz="1400" dirty="0" err="1"/>
              <a:t>the</a:t>
            </a:r>
            <a:r>
              <a:rPr lang="es-ES" sz="1400" dirty="0"/>
              <a:t> </a:t>
            </a:r>
            <a:r>
              <a:rPr lang="es-ES" sz="1400" dirty="0" err="1"/>
              <a:t>station's</a:t>
            </a:r>
            <a:r>
              <a:rPr lang="es-ES" sz="1400" dirty="0"/>
              <a:t> </a:t>
            </a:r>
            <a:r>
              <a:rPr lang="es-ES" sz="1400" dirty="0" err="1"/>
              <a:t>demand</a:t>
            </a:r>
            <a:r>
              <a:rPr lang="es-ES" sz="1400" dirty="0"/>
              <a:t> drivers </a:t>
            </a:r>
            <a:r>
              <a:rPr lang="es-ES" sz="1400" dirty="0" err="1"/>
              <a:t>to</a:t>
            </a:r>
            <a:r>
              <a:rPr lang="es-ES" sz="1400" dirty="0"/>
              <a:t> </a:t>
            </a:r>
            <a:r>
              <a:rPr lang="es-ES" sz="1400" dirty="0" err="1"/>
              <a:t>optimize</a:t>
            </a:r>
            <a:r>
              <a:rPr lang="es-ES" sz="1400" dirty="0"/>
              <a:t> </a:t>
            </a:r>
            <a:r>
              <a:rPr lang="es-ES" sz="1400" dirty="0" err="1"/>
              <a:t>bike</a:t>
            </a:r>
            <a:r>
              <a:rPr lang="es-ES" sz="1400" dirty="0"/>
              <a:t> </a:t>
            </a:r>
            <a:r>
              <a:rPr lang="es-ES" sz="1400" dirty="0" err="1"/>
              <a:t>allocation</a:t>
            </a:r>
            <a:r>
              <a:rPr lang="es-ES" sz="1400" dirty="0"/>
              <a:t>, </a:t>
            </a:r>
            <a:r>
              <a:rPr lang="es-ES" sz="1400" dirty="0" err="1"/>
              <a:t>station</a:t>
            </a:r>
            <a:r>
              <a:rPr lang="es-ES" sz="1400" dirty="0"/>
              <a:t> </a:t>
            </a:r>
            <a:r>
              <a:rPr lang="es-ES" sz="1400" dirty="0" err="1"/>
              <a:t>capacity</a:t>
            </a:r>
            <a:r>
              <a:rPr lang="es-ES" sz="1400" dirty="0"/>
              <a:t>, and </a:t>
            </a:r>
            <a:r>
              <a:rPr lang="es-ES" sz="1400" dirty="0" err="1"/>
              <a:t>overall</a:t>
            </a:r>
            <a:r>
              <a:rPr lang="es-ES" sz="1400" dirty="0"/>
              <a:t> </a:t>
            </a:r>
            <a:r>
              <a:rPr lang="es-ES" sz="1400" dirty="0" err="1"/>
              <a:t>operational</a:t>
            </a:r>
            <a:r>
              <a:rPr lang="es-ES" sz="1400" dirty="0"/>
              <a:t> </a:t>
            </a:r>
            <a:r>
              <a:rPr lang="es-ES" sz="1400" dirty="0" err="1"/>
              <a:t>efficiency</a:t>
            </a:r>
            <a:r>
              <a:rPr lang="es-ES" sz="1400" dirty="0"/>
              <a:t>.</a:t>
            </a:r>
            <a:endParaRPr lang="en-US" sz="1400" dirty="0"/>
          </a:p>
        </p:txBody>
      </p:sp>
      <p:sp>
        <p:nvSpPr>
          <p:cNvPr id="35" name="Rectangle 23">
            <a:extLst>
              <a:ext uri="{FF2B5EF4-FFF2-40B4-BE49-F238E27FC236}">
                <a16:creationId xmlns:a16="http://schemas.microsoft.com/office/drawing/2014/main" id="{7D417315-0A35-4882-ABD2-ABE3C89E5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6" name="Rectangle 25">
            <a:extLst>
              <a:ext uri="{FF2B5EF4-FFF2-40B4-BE49-F238E27FC236}">
                <a16:creationId xmlns:a16="http://schemas.microsoft.com/office/drawing/2014/main" id="{8B53612E-ADB2-4457-9688-89506397AF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1290872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741B58E-3B65-4A01-A276-975AB2CF8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9">
            <a:extLst>
              <a:ext uri="{FF2B5EF4-FFF2-40B4-BE49-F238E27FC236}">
                <a16:creationId xmlns:a16="http://schemas.microsoft.com/office/drawing/2014/main" id="{7AAC67C3-831B-4AB1-A259-DFB839CAF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088818CC-4B78-6E06-FB91-6A2E67BB93FD}"/>
              </a:ext>
            </a:extLst>
          </p:cNvPr>
          <p:cNvSpPr>
            <a:spLocks noGrp="1"/>
          </p:cNvSpPr>
          <p:nvPr>
            <p:ph type="title"/>
          </p:nvPr>
        </p:nvSpPr>
        <p:spPr>
          <a:xfrm>
            <a:off x="492370" y="605896"/>
            <a:ext cx="3084844" cy="5646208"/>
          </a:xfrm>
        </p:spPr>
        <p:txBody>
          <a:bodyPr anchor="ctr">
            <a:normAutofit/>
          </a:bodyPr>
          <a:lstStyle/>
          <a:p>
            <a:br>
              <a:rPr lang="en-US" sz="3600" b="1" dirty="0">
                <a:solidFill>
                  <a:srgbClr val="FFFFFF"/>
                </a:solidFill>
              </a:rPr>
            </a:br>
            <a:br>
              <a:rPr lang="en-US" sz="3600" b="1" dirty="0">
                <a:solidFill>
                  <a:srgbClr val="FFFFFF"/>
                </a:solidFill>
              </a:rPr>
            </a:br>
            <a:r>
              <a:rPr lang="en-US" sz="3600" dirty="0">
                <a:solidFill>
                  <a:srgbClr val="FFFFFF"/>
                </a:solidFill>
              </a:rPr>
              <a:t>Executive Summary</a:t>
            </a:r>
            <a:br>
              <a:rPr lang="es-ES" sz="3600" dirty="0">
                <a:solidFill>
                  <a:srgbClr val="FFFFFF"/>
                </a:solidFill>
              </a:rPr>
            </a:br>
            <a:endParaRPr lang="es-ES" sz="3600" dirty="0">
              <a:solidFill>
                <a:srgbClr val="FFFFFF"/>
              </a:solidFill>
            </a:endParaRPr>
          </a:p>
        </p:txBody>
      </p:sp>
      <p:sp>
        <p:nvSpPr>
          <p:cNvPr id="23" name="Rectangle 11">
            <a:extLst>
              <a:ext uri="{FF2B5EF4-FFF2-40B4-BE49-F238E27FC236}">
                <a16:creationId xmlns:a16="http://schemas.microsoft.com/office/drawing/2014/main" id="{054B3F04-9EAC-45C0-B3CE-0387EEA10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3" name="Marcador de contenido 2">
            <a:extLst>
              <a:ext uri="{FF2B5EF4-FFF2-40B4-BE49-F238E27FC236}">
                <a16:creationId xmlns:a16="http://schemas.microsoft.com/office/drawing/2014/main" id="{3BF2CF32-BA56-64E3-7FF0-87250740CEDA}"/>
              </a:ext>
            </a:extLst>
          </p:cNvPr>
          <p:cNvSpPr>
            <a:spLocks noGrp="1"/>
          </p:cNvSpPr>
          <p:nvPr>
            <p:ph idx="1"/>
          </p:nvPr>
        </p:nvSpPr>
        <p:spPr>
          <a:xfrm>
            <a:off x="4759269" y="1804968"/>
            <a:ext cx="6413663" cy="3819455"/>
          </a:xfrm>
        </p:spPr>
        <p:txBody>
          <a:bodyPr anchor="ctr">
            <a:normAutofit/>
          </a:bodyPr>
          <a:lstStyle/>
          <a:p>
            <a:r>
              <a:rPr lang="en-US" dirty="0">
                <a:solidFill>
                  <a:schemeClr val="tx1"/>
                </a:solidFill>
              </a:rPr>
              <a:t>This analysis was conducted to understand the behavioral differences between annual members and casual riders of the </a:t>
            </a:r>
            <a:r>
              <a:rPr lang="en-US" dirty="0" err="1">
                <a:solidFill>
                  <a:schemeClr val="tx1"/>
                </a:solidFill>
              </a:rPr>
              <a:t>Cyclistic</a:t>
            </a:r>
            <a:r>
              <a:rPr lang="en-US" dirty="0">
                <a:solidFill>
                  <a:schemeClr val="tx1"/>
                </a:solidFill>
              </a:rPr>
              <a:t> service. The results show significant differences in usage patterns, including seasonality, peak activity times, average trip duration, and trip volume for each group. These findings provide valuable information for designing marketing strategies aimed at increasing the conversion of casual riders to annual members, thereby contributing to the company's growth and profitability.</a:t>
            </a:r>
            <a:endParaRPr lang="es-ES" dirty="0">
              <a:solidFill>
                <a:schemeClr val="tx1"/>
              </a:solidFill>
            </a:endParaRPr>
          </a:p>
          <a:p>
            <a:endParaRPr lang="es-ES" dirty="0"/>
          </a:p>
        </p:txBody>
      </p:sp>
    </p:spTree>
    <p:extLst>
      <p:ext uri="{BB962C8B-B14F-4D97-AF65-F5344CB8AC3E}">
        <p14:creationId xmlns:p14="http://schemas.microsoft.com/office/powerpoint/2010/main" val="877733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E1530B0-6F96-46C0-8B3E-3215CB756B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 y="0"/>
            <a:ext cx="12186315"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754910CF-1B56-45D3-960A-E89F7B3B91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3A07C572-7149-D101-CBC8-F261DA37E72F}"/>
              </a:ext>
            </a:extLst>
          </p:cNvPr>
          <p:cNvSpPr>
            <a:spLocks noGrp="1"/>
          </p:cNvSpPr>
          <p:nvPr>
            <p:ph type="title"/>
          </p:nvPr>
        </p:nvSpPr>
        <p:spPr>
          <a:xfrm>
            <a:off x="492370" y="516835"/>
            <a:ext cx="3084844" cy="5772840"/>
          </a:xfrm>
        </p:spPr>
        <p:txBody>
          <a:bodyPr anchor="ctr">
            <a:normAutofit/>
          </a:bodyPr>
          <a:lstStyle/>
          <a:p>
            <a:r>
              <a:rPr lang="en-US" sz="3600" dirty="0">
                <a:solidFill>
                  <a:srgbClr val="FFFFFF"/>
                </a:solidFill>
              </a:rPr>
              <a:t>Business Insights</a:t>
            </a:r>
            <a:br>
              <a:rPr lang="es-ES" sz="3600" dirty="0">
                <a:solidFill>
                  <a:srgbClr val="FFFFFF"/>
                </a:solidFill>
              </a:rPr>
            </a:br>
            <a:endParaRPr lang="es-ES" sz="3600" dirty="0">
              <a:solidFill>
                <a:srgbClr val="FFFFFF"/>
              </a:solidFill>
            </a:endParaRPr>
          </a:p>
        </p:txBody>
      </p:sp>
      <p:sp>
        <p:nvSpPr>
          <p:cNvPr id="13" name="Rectangle 12">
            <a:extLst>
              <a:ext uri="{FF2B5EF4-FFF2-40B4-BE49-F238E27FC236}">
                <a16:creationId xmlns:a16="http://schemas.microsoft.com/office/drawing/2014/main" id="{6669F804-A677-4B75-95F4-A5E4426FB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graphicFrame>
        <p:nvGraphicFramePr>
          <p:cNvPr id="5" name="Marcador de contenido 2">
            <a:extLst>
              <a:ext uri="{FF2B5EF4-FFF2-40B4-BE49-F238E27FC236}">
                <a16:creationId xmlns:a16="http://schemas.microsoft.com/office/drawing/2014/main" id="{11612B3B-FB3D-38BE-454C-E6477E11E81D}"/>
              </a:ext>
            </a:extLst>
          </p:cNvPr>
          <p:cNvGraphicFramePr>
            <a:graphicFrameLocks noGrp="1"/>
          </p:cNvGraphicFramePr>
          <p:nvPr>
            <p:ph idx="1"/>
            <p:extLst>
              <p:ext uri="{D42A27DB-BD31-4B8C-83A1-F6EECF244321}">
                <p14:modId xmlns:p14="http://schemas.microsoft.com/office/powerpoint/2010/main" val="878214066"/>
              </p:ext>
            </p:extLst>
          </p:nvPr>
        </p:nvGraphicFramePr>
        <p:xfrm>
          <a:off x="4901955" y="877094"/>
          <a:ext cx="6797675" cy="51038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435961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887D9E-FC4A-A10B-483F-2670B39211A9}"/>
              </a:ext>
            </a:extLst>
          </p:cNvPr>
          <p:cNvSpPr>
            <a:spLocks noGrp="1"/>
          </p:cNvSpPr>
          <p:nvPr>
            <p:ph type="title"/>
          </p:nvPr>
        </p:nvSpPr>
        <p:spPr>
          <a:xfrm>
            <a:off x="1097280" y="286603"/>
            <a:ext cx="10058400" cy="1450757"/>
          </a:xfrm>
        </p:spPr>
        <p:txBody>
          <a:bodyPr>
            <a:normAutofit/>
          </a:bodyPr>
          <a:lstStyle/>
          <a:p>
            <a:r>
              <a:rPr lang="es-ES" sz="4000" dirty="0" err="1">
                <a:solidFill>
                  <a:srgbClr val="0070C0"/>
                </a:solidFill>
              </a:rPr>
              <a:t>Storytelling</a:t>
            </a:r>
            <a:endParaRPr lang="es-ES" sz="4000" dirty="0">
              <a:solidFill>
                <a:srgbClr val="0070C0"/>
              </a:solidFill>
            </a:endParaRPr>
          </a:p>
        </p:txBody>
      </p:sp>
      <p:graphicFrame>
        <p:nvGraphicFramePr>
          <p:cNvPr id="11" name="Marcador de contenido 2">
            <a:extLst>
              <a:ext uri="{FF2B5EF4-FFF2-40B4-BE49-F238E27FC236}">
                <a16:creationId xmlns:a16="http://schemas.microsoft.com/office/drawing/2014/main" id="{A2C0045C-437E-4A87-96DF-2C6FCB4183A1}"/>
              </a:ext>
            </a:extLst>
          </p:cNvPr>
          <p:cNvGraphicFramePr>
            <a:graphicFrameLocks noGrp="1"/>
          </p:cNvGraphicFramePr>
          <p:nvPr>
            <p:ph idx="1"/>
            <p:extLst>
              <p:ext uri="{D42A27DB-BD31-4B8C-83A1-F6EECF244321}">
                <p14:modId xmlns:p14="http://schemas.microsoft.com/office/powerpoint/2010/main" val="2087905991"/>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98386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CDE53B-3C48-BE71-E287-DD166941A198}"/>
              </a:ext>
            </a:extLst>
          </p:cNvPr>
          <p:cNvSpPr>
            <a:spLocks noGrp="1"/>
          </p:cNvSpPr>
          <p:nvPr>
            <p:ph type="title"/>
          </p:nvPr>
        </p:nvSpPr>
        <p:spPr>
          <a:xfrm>
            <a:off x="1097280" y="286603"/>
            <a:ext cx="10058400" cy="1450757"/>
          </a:xfrm>
        </p:spPr>
        <p:txBody>
          <a:bodyPr>
            <a:normAutofit/>
          </a:bodyPr>
          <a:lstStyle/>
          <a:p>
            <a:r>
              <a:rPr lang="es-ES" sz="4000" dirty="0">
                <a:solidFill>
                  <a:srgbClr val="0070C0"/>
                </a:solidFill>
              </a:rPr>
              <a:t>Key </a:t>
            </a:r>
            <a:r>
              <a:rPr lang="es-ES" sz="4000" dirty="0" err="1">
                <a:solidFill>
                  <a:srgbClr val="0070C0"/>
                </a:solidFill>
              </a:rPr>
              <a:t>Findings</a:t>
            </a:r>
            <a:endParaRPr lang="es-ES" sz="4000" dirty="0">
              <a:solidFill>
                <a:srgbClr val="0070C0"/>
              </a:solidFill>
            </a:endParaRPr>
          </a:p>
        </p:txBody>
      </p:sp>
      <p:graphicFrame>
        <p:nvGraphicFramePr>
          <p:cNvPr id="5" name="Marcador de contenido 2">
            <a:extLst>
              <a:ext uri="{FF2B5EF4-FFF2-40B4-BE49-F238E27FC236}">
                <a16:creationId xmlns:a16="http://schemas.microsoft.com/office/drawing/2014/main" id="{88E2362C-DD7C-CFBE-85DC-89AB6224AAB1}"/>
              </a:ext>
            </a:extLst>
          </p:cNvPr>
          <p:cNvGraphicFramePr>
            <a:graphicFrameLocks noGrp="1"/>
          </p:cNvGraphicFramePr>
          <p:nvPr>
            <p:ph idx="1"/>
            <p:extLst>
              <p:ext uri="{D42A27DB-BD31-4B8C-83A1-F6EECF244321}">
                <p14:modId xmlns:p14="http://schemas.microsoft.com/office/powerpoint/2010/main" val="952880694"/>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03239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90DF8-9FEF-883A-44A0-30B111F426F8}"/>
              </a:ext>
            </a:extLst>
          </p:cNvPr>
          <p:cNvSpPr>
            <a:spLocks noGrp="1"/>
          </p:cNvSpPr>
          <p:nvPr>
            <p:ph type="title"/>
          </p:nvPr>
        </p:nvSpPr>
        <p:spPr>
          <a:xfrm>
            <a:off x="1097280" y="286603"/>
            <a:ext cx="10058400" cy="1450757"/>
          </a:xfrm>
        </p:spPr>
        <p:txBody>
          <a:bodyPr>
            <a:normAutofit/>
          </a:bodyPr>
          <a:lstStyle/>
          <a:p>
            <a:pPr algn="ctr"/>
            <a:r>
              <a:rPr lang="es-ES" sz="4000" dirty="0" err="1">
                <a:solidFill>
                  <a:srgbClr val="0070C0"/>
                </a:solidFill>
              </a:rPr>
              <a:t>Strategic</a:t>
            </a:r>
            <a:r>
              <a:rPr lang="es-ES" sz="4000" dirty="0">
                <a:solidFill>
                  <a:srgbClr val="0070C0"/>
                </a:solidFill>
              </a:rPr>
              <a:t> </a:t>
            </a:r>
            <a:r>
              <a:rPr lang="es-ES" sz="4000" dirty="0" err="1">
                <a:solidFill>
                  <a:srgbClr val="0070C0"/>
                </a:solidFill>
              </a:rPr>
              <a:t>Recommendations</a:t>
            </a:r>
            <a:endParaRPr lang="es-ES" sz="4000" dirty="0">
              <a:solidFill>
                <a:srgbClr val="0070C0"/>
              </a:solidFill>
            </a:endParaRPr>
          </a:p>
        </p:txBody>
      </p:sp>
      <p:graphicFrame>
        <p:nvGraphicFramePr>
          <p:cNvPr id="14" name="Marcador de contenido 2">
            <a:extLst>
              <a:ext uri="{FF2B5EF4-FFF2-40B4-BE49-F238E27FC236}">
                <a16:creationId xmlns:a16="http://schemas.microsoft.com/office/drawing/2014/main" id="{3CE4FEEB-F5A5-AD1E-E2A2-CC783AAE18D8}"/>
              </a:ext>
            </a:extLst>
          </p:cNvPr>
          <p:cNvGraphicFramePr>
            <a:graphicFrameLocks noGrp="1"/>
          </p:cNvGraphicFramePr>
          <p:nvPr>
            <p:ph idx="1"/>
            <p:extLst>
              <p:ext uri="{D42A27DB-BD31-4B8C-83A1-F6EECF244321}">
                <p14:modId xmlns:p14="http://schemas.microsoft.com/office/powerpoint/2010/main" val="2737436879"/>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38974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B0380B-A10B-ACA8-F3DC-2E81ACFF5AD4}"/>
              </a:ext>
            </a:extLst>
          </p:cNvPr>
          <p:cNvSpPr>
            <a:spLocks noGrp="1"/>
          </p:cNvSpPr>
          <p:nvPr>
            <p:ph type="title"/>
          </p:nvPr>
        </p:nvSpPr>
        <p:spPr>
          <a:xfrm>
            <a:off x="1097280" y="286603"/>
            <a:ext cx="10058400" cy="1450757"/>
          </a:xfrm>
        </p:spPr>
        <p:txBody>
          <a:bodyPr>
            <a:normAutofit/>
          </a:bodyPr>
          <a:lstStyle/>
          <a:p>
            <a:pPr algn="ctr"/>
            <a:r>
              <a:rPr lang="es-ES" sz="4000" dirty="0">
                <a:solidFill>
                  <a:srgbClr val="0070C0"/>
                </a:solidFill>
              </a:rPr>
              <a:t>Next </a:t>
            </a:r>
            <a:r>
              <a:rPr lang="es-ES" sz="4000" dirty="0" err="1">
                <a:solidFill>
                  <a:srgbClr val="0070C0"/>
                </a:solidFill>
              </a:rPr>
              <a:t>Steps</a:t>
            </a:r>
            <a:endParaRPr lang="es-ES" sz="4000" dirty="0">
              <a:solidFill>
                <a:srgbClr val="0070C0"/>
              </a:solidFill>
            </a:endParaRPr>
          </a:p>
        </p:txBody>
      </p:sp>
      <p:graphicFrame>
        <p:nvGraphicFramePr>
          <p:cNvPr id="17" name="Marcador de contenido 2">
            <a:extLst>
              <a:ext uri="{FF2B5EF4-FFF2-40B4-BE49-F238E27FC236}">
                <a16:creationId xmlns:a16="http://schemas.microsoft.com/office/drawing/2014/main" id="{45147ECF-80B0-508B-1C02-951CB9B0C593}"/>
              </a:ext>
            </a:extLst>
          </p:cNvPr>
          <p:cNvGraphicFramePr>
            <a:graphicFrameLocks noGrp="1"/>
          </p:cNvGraphicFramePr>
          <p:nvPr>
            <p:ph idx="1"/>
            <p:extLst>
              <p:ext uri="{D42A27DB-BD31-4B8C-83A1-F6EECF244321}">
                <p14:modId xmlns:p14="http://schemas.microsoft.com/office/powerpoint/2010/main" val="2709411983"/>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44189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558DB37-9FEE-48A2-8578-ED04015739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Marcador de contenido 2">
            <a:extLst>
              <a:ext uri="{FF2B5EF4-FFF2-40B4-BE49-F238E27FC236}">
                <a16:creationId xmlns:a16="http://schemas.microsoft.com/office/drawing/2014/main" id="{EB692C74-CE9F-AB42-AC83-E8566DBFF3E1}"/>
              </a:ext>
            </a:extLst>
          </p:cNvPr>
          <p:cNvSpPr>
            <a:spLocks noGrp="1"/>
          </p:cNvSpPr>
          <p:nvPr>
            <p:ph idx="1"/>
          </p:nvPr>
        </p:nvSpPr>
        <p:spPr>
          <a:xfrm>
            <a:off x="1097280" y="1086678"/>
            <a:ext cx="10027920" cy="3471467"/>
          </a:xfrm>
        </p:spPr>
        <p:txBody>
          <a:bodyPr>
            <a:normAutofit/>
          </a:bodyPr>
          <a:lstStyle/>
          <a:p>
            <a:endParaRPr lang="es-ES" dirty="0"/>
          </a:p>
          <a:p>
            <a:endParaRPr lang="es-ES" dirty="0"/>
          </a:p>
          <a:p>
            <a:endParaRPr lang="es-ES" dirty="0"/>
          </a:p>
          <a:p>
            <a:r>
              <a:rPr lang="es-ES" dirty="0">
                <a:solidFill>
                  <a:srgbClr val="0070C0"/>
                </a:solidFill>
              </a:rPr>
              <a:t>"Data </a:t>
            </a:r>
            <a:r>
              <a:rPr lang="es-ES" dirty="0" err="1">
                <a:solidFill>
                  <a:srgbClr val="0070C0"/>
                </a:solidFill>
              </a:rPr>
              <a:t>tells</a:t>
            </a:r>
            <a:r>
              <a:rPr lang="es-ES" dirty="0">
                <a:solidFill>
                  <a:srgbClr val="0070C0"/>
                </a:solidFill>
              </a:rPr>
              <a:t> a </a:t>
            </a:r>
            <a:r>
              <a:rPr lang="es-ES" dirty="0" err="1">
                <a:solidFill>
                  <a:srgbClr val="0070C0"/>
                </a:solidFill>
              </a:rPr>
              <a:t>story</a:t>
            </a:r>
            <a:r>
              <a:rPr lang="es-ES" dirty="0">
                <a:solidFill>
                  <a:srgbClr val="0070C0"/>
                </a:solidFill>
              </a:rPr>
              <a:t>. The </a:t>
            </a:r>
            <a:r>
              <a:rPr lang="es-ES" dirty="0" err="1">
                <a:solidFill>
                  <a:srgbClr val="0070C0"/>
                </a:solidFill>
              </a:rPr>
              <a:t>value</a:t>
            </a:r>
            <a:r>
              <a:rPr lang="es-ES" dirty="0">
                <a:solidFill>
                  <a:srgbClr val="0070C0"/>
                </a:solidFill>
              </a:rPr>
              <a:t> comes </a:t>
            </a:r>
            <a:r>
              <a:rPr lang="es-ES" dirty="0" err="1">
                <a:solidFill>
                  <a:srgbClr val="0070C0"/>
                </a:solidFill>
              </a:rPr>
              <a:t>from</a:t>
            </a:r>
            <a:r>
              <a:rPr lang="es-ES" dirty="0">
                <a:solidFill>
                  <a:srgbClr val="0070C0"/>
                </a:solidFill>
              </a:rPr>
              <a:t> </a:t>
            </a:r>
            <a:r>
              <a:rPr lang="es-ES" dirty="0" err="1">
                <a:solidFill>
                  <a:srgbClr val="0070C0"/>
                </a:solidFill>
              </a:rPr>
              <a:t>turning</a:t>
            </a:r>
            <a:r>
              <a:rPr lang="es-ES" dirty="0">
                <a:solidFill>
                  <a:srgbClr val="0070C0"/>
                </a:solidFill>
              </a:rPr>
              <a:t> </a:t>
            </a:r>
            <a:r>
              <a:rPr lang="es-ES" dirty="0" err="1">
                <a:solidFill>
                  <a:srgbClr val="0070C0"/>
                </a:solidFill>
              </a:rPr>
              <a:t>that</a:t>
            </a:r>
            <a:r>
              <a:rPr lang="es-ES" dirty="0">
                <a:solidFill>
                  <a:srgbClr val="0070C0"/>
                </a:solidFill>
              </a:rPr>
              <a:t> </a:t>
            </a:r>
            <a:r>
              <a:rPr lang="es-ES" dirty="0" err="1">
                <a:solidFill>
                  <a:srgbClr val="0070C0"/>
                </a:solidFill>
              </a:rPr>
              <a:t>story</a:t>
            </a:r>
            <a:r>
              <a:rPr lang="es-ES" dirty="0">
                <a:solidFill>
                  <a:srgbClr val="0070C0"/>
                </a:solidFill>
              </a:rPr>
              <a:t> </a:t>
            </a:r>
            <a:r>
              <a:rPr lang="es-ES" dirty="0" err="1">
                <a:solidFill>
                  <a:srgbClr val="0070C0"/>
                </a:solidFill>
              </a:rPr>
              <a:t>into</a:t>
            </a:r>
            <a:r>
              <a:rPr lang="es-ES" dirty="0">
                <a:solidFill>
                  <a:srgbClr val="0070C0"/>
                </a:solidFill>
              </a:rPr>
              <a:t> </a:t>
            </a:r>
            <a:r>
              <a:rPr lang="es-ES" dirty="0" err="1">
                <a:solidFill>
                  <a:srgbClr val="0070C0"/>
                </a:solidFill>
              </a:rPr>
              <a:t>better</a:t>
            </a:r>
            <a:r>
              <a:rPr lang="es-ES" dirty="0">
                <a:solidFill>
                  <a:srgbClr val="0070C0"/>
                </a:solidFill>
              </a:rPr>
              <a:t> </a:t>
            </a:r>
            <a:r>
              <a:rPr lang="es-ES" dirty="0" err="1">
                <a:solidFill>
                  <a:srgbClr val="0070C0"/>
                </a:solidFill>
              </a:rPr>
              <a:t>business</a:t>
            </a:r>
            <a:r>
              <a:rPr lang="es-ES" dirty="0">
                <a:solidFill>
                  <a:srgbClr val="0070C0"/>
                </a:solidFill>
              </a:rPr>
              <a:t> </a:t>
            </a:r>
            <a:r>
              <a:rPr lang="es-ES" dirty="0" err="1">
                <a:solidFill>
                  <a:srgbClr val="0070C0"/>
                </a:solidFill>
              </a:rPr>
              <a:t>decisions</a:t>
            </a:r>
            <a:r>
              <a:rPr lang="es-ES" dirty="0">
                <a:solidFill>
                  <a:srgbClr val="0070C0"/>
                </a:solidFill>
              </a:rPr>
              <a:t>."</a:t>
            </a:r>
          </a:p>
        </p:txBody>
      </p:sp>
      <p:sp>
        <p:nvSpPr>
          <p:cNvPr id="10" name="Rectangle 9">
            <a:extLst>
              <a:ext uri="{FF2B5EF4-FFF2-40B4-BE49-F238E27FC236}">
                <a16:creationId xmlns:a16="http://schemas.microsoft.com/office/drawing/2014/main" id="{5F7FCCA6-00E2-4F74-A105-0D769872F2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07" y="4953000"/>
            <a:ext cx="12188952"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
        <p:nvSpPr>
          <p:cNvPr id="2" name="Título 1">
            <a:extLst>
              <a:ext uri="{FF2B5EF4-FFF2-40B4-BE49-F238E27FC236}">
                <a16:creationId xmlns:a16="http://schemas.microsoft.com/office/drawing/2014/main" id="{46B66293-F8ED-FC07-EB35-C5A26B35E67D}"/>
              </a:ext>
            </a:extLst>
          </p:cNvPr>
          <p:cNvSpPr>
            <a:spLocks noGrp="1"/>
          </p:cNvSpPr>
          <p:nvPr>
            <p:ph type="title"/>
          </p:nvPr>
        </p:nvSpPr>
        <p:spPr>
          <a:xfrm>
            <a:off x="1066800" y="5252936"/>
            <a:ext cx="10058400" cy="1028715"/>
          </a:xfrm>
        </p:spPr>
        <p:txBody>
          <a:bodyPr anchor="ctr">
            <a:normAutofit/>
          </a:bodyPr>
          <a:lstStyle/>
          <a:p>
            <a:pPr algn="ctr"/>
            <a:endParaRPr lang="es-ES">
              <a:solidFill>
                <a:srgbClr val="FFFFFF"/>
              </a:solidFill>
            </a:endParaRPr>
          </a:p>
        </p:txBody>
      </p:sp>
      <p:sp>
        <p:nvSpPr>
          <p:cNvPr id="12" name="Rectangle 11">
            <a:extLst>
              <a:ext uri="{FF2B5EF4-FFF2-40B4-BE49-F238E27FC236}">
                <a16:creationId xmlns:a16="http://schemas.microsoft.com/office/drawing/2014/main" id="{5E1ED12F-9F06-4B37-87B7-F98F52937F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7" y="4906176"/>
            <a:ext cx="12188952"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ES"/>
          </a:p>
        </p:txBody>
      </p:sp>
    </p:spTree>
    <p:extLst>
      <p:ext uri="{BB962C8B-B14F-4D97-AF65-F5344CB8AC3E}">
        <p14:creationId xmlns:p14="http://schemas.microsoft.com/office/powerpoint/2010/main" val="2898972792"/>
      </p:ext>
    </p:extLst>
  </p:cSld>
  <p:clrMapOvr>
    <a:masterClrMapping/>
  </p:clrMapOvr>
</p:sld>
</file>

<file path=ppt/theme/theme1.xml><?xml version="1.0" encoding="utf-8"?>
<a:theme xmlns:a="http://schemas.openxmlformats.org/drawingml/2006/main" name="Retrospección">
  <a:themeElements>
    <a:clrScheme name="Retrospección">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ció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ción">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152</TotalTime>
  <Words>1158</Words>
  <Application>Microsoft Office PowerPoint</Application>
  <PresentationFormat>Panorámica</PresentationFormat>
  <Paragraphs>103</Paragraphs>
  <Slides>18</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18</vt:i4>
      </vt:variant>
    </vt:vector>
  </HeadingPairs>
  <TitlesOfParts>
    <vt:vector size="23" baseType="lpstr">
      <vt:lpstr>Arial</vt:lpstr>
      <vt:lpstr>Calibri</vt:lpstr>
      <vt:lpstr>Calibri Light</vt:lpstr>
      <vt:lpstr>Wingdings</vt:lpstr>
      <vt:lpstr>Retrospección</vt:lpstr>
      <vt:lpstr>Cyclistic Customer Behavior Analysis  Converting Casual Riders into Annual Members</vt:lpstr>
      <vt:lpstr>Objetives</vt:lpstr>
      <vt:lpstr>Data Description</vt:lpstr>
      <vt:lpstr>Exploratory analysis</vt:lpstr>
      <vt:lpstr>Average Ride Duration</vt:lpstr>
      <vt:lpstr>Trips by Ride type</vt:lpstr>
      <vt:lpstr>Trips by Day of the Week</vt:lpstr>
      <vt:lpstr>Trips by Month and Season of the year</vt:lpstr>
      <vt:lpstr>Trips by Hours</vt:lpstr>
      <vt:lpstr>Trips by Bike Type</vt:lpstr>
      <vt:lpstr>Top 10 Most Used Station</vt:lpstr>
      <vt:lpstr>  Executive Summary </vt:lpstr>
      <vt:lpstr>Business Insights </vt:lpstr>
      <vt:lpstr>Storytelling</vt:lpstr>
      <vt:lpstr>Key Findings</vt:lpstr>
      <vt:lpstr>Strategic Recommendations</vt:lpstr>
      <vt:lpstr>Next Steps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Johnny-A Corona</dc:creator>
  <cp:lastModifiedBy>Johnny-A Corona</cp:lastModifiedBy>
  <cp:revision>1</cp:revision>
  <dcterms:created xsi:type="dcterms:W3CDTF">2026-07-10T06:42:16Z</dcterms:created>
  <dcterms:modified xsi:type="dcterms:W3CDTF">2026-07-14T10:00:27Z</dcterms:modified>
</cp:coreProperties>
</file>